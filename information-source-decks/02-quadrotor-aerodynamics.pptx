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7899422a4b4fef" /><Relationship Type="http://schemas.openxmlformats.org/officeDocument/2006/relationships/extended-properties" Target="/docProps/app.xml" Id="Rc9bd76f9d3b34668" /><Relationship Type="http://schemas.openxmlformats.org/officeDocument/2006/relationships/officeDocument" Target="/ppt/presentation.xml" Id="R4d413d3aed8441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480d25a34c4d19"/>
  </p:sldMasterIdLst>
  <p:notesMasterIdLst>
    <p:notesMasterId xmlns:r="http://schemas.openxmlformats.org/officeDocument/2006/relationships" r:id="R3ab681ccda524d66"/>
  </p:notesMasterIdLst>
  <p:sldIdLst>
    <p:sldId xmlns:r="http://schemas.openxmlformats.org/officeDocument/2006/relationships" id="256" r:id="Rd9e6d1f052d94930"/>
    <p:sldId xmlns:r="http://schemas.openxmlformats.org/officeDocument/2006/relationships" id="257" r:id="Re95ead32cc12458a"/>
    <p:sldId xmlns:r="http://schemas.openxmlformats.org/officeDocument/2006/relationships" id="258" r:id="Rb6d3aaae05ee4f50"/>
    <p:sldId xmlns:r="http://schemas.openxmlformats.org/officeDocument/2006/relationships" id="259" r:id="R2aba4b60f8ba4654"/>
    <p:sldId xmlns:r="http://schemas.openxmlformats.org/officeDocument/2006/relationships" id="260" r:id="Rf70bf01014124450"/>
    <p:sldId xmlns:r="http://schemas.openxmlformats.org/officeDocument/2006/relationships" id="261" r:id="R40fd875b75654188"/>
    <p:sldId xmlns:r="http://schemas.openxmlformats.org/officeDocument/2006/relationships" id="262" r:id="R2520643b611748cc"/>
    <p:sldId xmlns:r="http://schemas.openxmlformats.org/officeDocument/2006/relationships" id="263" r:id="R459021fa350844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905270f8d7453d" /><Relationship Type="http://schemas.openxmlformats.org/officeDocument/2006/relationships/slideMaster" Target="/ppt/slideMasters/slideMaster1.xml" Id="Rc8480d25a34c4d19" /><Relationship Type="http://schemas.openxmlformats.org/officeDocument/2006/relationships/notesMaster" Target="/ppt/notesMasters/notesMaster1.xml" Id="R3ab681ccda524d66" /><Relationship Type="http://schemas.openxmlformats.org/officeDocument/2006/relationships/presProps" Target="/ppt/presProps.xml" Id="R0006f8b4be7744d3" /><Relationship Type="http://schemas.openxmlformats.org/officeDocument/2006/relationships/tableStyles" Target="/ppt/tableStyles.xml" Id="Rf43a20cd5c674d8f" /><Relationship Type="http://schemas.openxmlformats.org/officeDocument/2006/relationships/slide" Target="/ppt/slides/slide1.xml" Id="Rd9e6d1f052d94930" /><Relationship Type="http://schemas.openxmlformats.org/officeDocument/2006/relationships/slide" Target="/ppt/slides/slide2.xml" Id="Re95ead32cc12458a" /><Relationship Type="http://schemas.openxmlformats.org/officeDocument/2006/relationships/slide" Target="/ppt/slides/slide3.xml" Id="Rb6d3aaae05ee4f50" /><Relationship Type="http://schemas.openxmlformats.org/officeDocument/2006/relationships/slide" Target="/ppt/slides/slide4.xml" Id="R2aba4b60f8ba4654" /><Relationship Type="http://schemas.openxmlformats.org/officeDocument/2006/relationships/slide" Target="/ppt/slides/slide5.xml" Id="Rf70bf01014124450" /><Relationship Type="http://schemas.openxmlformats.org/officeDocument/2006/relationships/slide" Target="/ppt/slides/slide6.xml" Id="R40fd875b75654188" /><Relationship Type="http://schemas.openxmlformats.org/officeDocument/2006/relationships/slide" Target="/ppt/slides/slide7.xml" Id="R2520643b611748cc" /><Relationship Type="http://schemas.openxmlformats.org/officeDocument/2006/relationships/slide" Target="/ppt/slides/slide8.xml" Id="R459021fa350844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ef705a10df40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1be457a10f4f2e" /><Relationship Type="http://schemas.openxmlformats.org/officeDocument/2006/relationships/notesMaster" Target="/ppt/notesMasters/notesMaster1.xml" Id="R3718df0e57634e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8c279fb3344c6b" /><Relationship Type="http://schemas.openxmlformats.org/officeDocument/2006/relationships/notesMaster" Target="/ppt/notesMasters/notesMaster1.xml" Id="R3a4015b523104c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0935560f6848ad" /><Relationship Type="http://schemas.openxmlformats.org/officeDocument/2006/relationships/notesMaster" Target="/ppt/notesMasters/notesMaster1.xml" Id="Rb07616f0454944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67a892576b4892" /><Relationship Type="http://schemas.openxmlformats.org/officeDocument/2006/relationships/notesMaster" Target="/ppt/notesMasters/notesMaster1.xml" Id="R2e4cdffb2e0048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6b6a2d181c415d" /><Relationship Type="http://schemas.openxmlformats.org/officeDocument/2006/relationships/notesMaster" Target="/ppt/notesMasters/notesMaster1.xml" Id="Rc294ca34ec9842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ec4bec4e5d4ba9" /><Relationship Type="http://schemas.openxmlformats.org/officeDocument/2006/relationships/notesMaster" Target="/ppt/notesMasters/notesMaster1.xml" Id="Rdecd68799bc640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eb88ee41f345ad" /><Relationship Type="http://schemas.openxmlformats.org/officeDocument/2006/relationships/notesMaster" Target="/ppt/notesMasters/notesMaster1.xml" Id="R70cb4766d10d44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104fdfe5e84ca9" /><Relationship Type="http://schemas.openxmlformats.org/officeDocument/2006/relationships/notesMaster" Target="/ppt/notesMasters/notesMaster1.xml" Id="R2d3ef8c67c464c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Aerodynamics lesson cover.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Equations are typeset from LaTeX. Emphasize that students command motion/power, not individual motor angular speeds.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Standard quadrotor rigid-body model; see Mobile Robotics and drone-control literature.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Roll, pitch, and yaw symbols are LaTeX-rendered as φ, θ, and ψ.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Standard rigid-body attitude notation.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equations are LaTeX-rendered at a common fixed width. Define the standard body-axis mapping: roll φ about x_b, pitch θ about y_b, and yaw ψ about z_b. Angular acceleration α follows α = I^{-1}τ.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Standard Newton–Euler quadrotor model.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aerodynamics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242948d9a243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b4b30e4ce04352" /><Relationship Type="http://schemas.openxmlformats.org/officeDocument/2006/relationships/slideLayout" Target="/ppt/slideLayouts/slideLayout1.xml" Id="Rac5afa4d62e940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5afa4d62e940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bf8aaf5f5944eb" /><Relationship Type="http://schemas.openxmlformats.org/officeDocument/2006/relationships/image" Target="/ppt/media/image.png" Id="R0636e4d7eaac4839" /><Relationship Type="http://schemas.openxmlformats.org/officeDocument/2006/relationships/notesSlide" Target="/ppt/notesSlides/notesSlide1.xml" Id="Ra3f9638fe60349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67401f204445a" /><Relationship Type="http://schemas.openxmlformats.org/officeDocument/2006/relationships/image" Target="/ppt/media/image2.png" Id="Refd4d0444e5a42be" /><Relationship Type="http://schemas.openxmlformats.org/officeDocument/2006/relationships/image" Target="/ppt/media/image3.png" Id="R9cf87eb91b764c8b" /><Relationship Type="http://schemas.openxmlformats.org/officeDocument/2006/relationships/image" Target="/ppt/media/image.svg" Id="R6ec8456bae314108" /><Relationship Type="http://schemas.openxmlformats.org/officeDocument/2006/relationships/image" Target="/ppt/media/image4.png" Id="R5bda130fff1e4485" /><Relationship Type="http://schemas.openxmlformats.org/officeDocument/2006/relationships/image" Target="/ppt/media/image2.svg" Id="R1a13f4e41ca248d8" /><Relationship Type="http://schemas.openxmlformats.org/officeDocument/2006/relationships/image" Target="/ppt/media/image5.png" Id="Rf58d9bacfa8c4d78" /><Relationship Type="http://schemas.openxmlformats.org/officeDocument/2006/relationships/image" Target="/ppt/media/image3.svg" Id="R7e46b47c83034f68" /><Relationship Type="http://schemas.openxmlformats.org/officeDocument/2006/relationships/notesSlide" Target="/ppt/notesSlides/notesSlide2.xml" Id="R264d0119868944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b699fa54a4aec" /><Relationship Type="http://schemas.openxmlformats.org/officeDocument/2006/relationships/image" Target="/ppt/media/image6.png" Id="R763b2fb38e274899" /><Relationship Type="http://schemas.openxmlformats.org/officeDocument/2006/relationships/notesSlide" Target="/ppt/notesSlides/notesSlide3.xml" Id="R09a514a9f4d348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2cad812a84189" /><Relationship Type="http://schemas.openxmlformats.org/officeDocument/2006/relationships/image" Target="/ppt/media/image7.png" Id="R5a9850ea2d744b94" /><Relationship Type="http://schemas.openxmlformats.org/officeDocument/2006/relationships/image" Target="/ppt/media/image8.png" Id="R8bd37be992294b1a" /><Relationship Type="http://schemas.openxmlformats.org/officeDocument/2006/relationships/image" Target="/ppt/media/image4.svg" Id="R1b30b19c90ee467b" /><Relationship Type="http://schemas.openxmlformats.org/officeDocument/2006/relationships/image" Target="/ppt/media/image9.png" Id="Rb4d116389e234d48" /><Relationship Type="http://schemas.openxmlformats.org/officeDocument/2006/relationships/image" Target="/ppt/media/image5.svg" Id="R74ea8d38c1544671" /><Relationship Type="http://schemas.openxmlformats.org/officeDocument/2006/relationships/image" Target="/ppt/media/image10.png" Id="R1a953ca635394179" /><Relationship Type="http://schemas.openxmlformats.org/officeDocument/2006/relationships/image" Target="/ppt/media/image6.svg" Id="R45a5dbf62cde4bb7" /><Relationship Type="http://schemas.openxmlformats.org/officeDocument/2006/relationships/notesSlide" Target="/ppt/notesSlides/notesSlide4.xml" Id="R5ae0f0f52ef84b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ae1f1b5c84215" /><Relationship Type="http://schemas.openxmlformats.org/officeDocument/2006/relationships/image" Target="/ppt/media/image11.png" Id="Rab7ad76a6dd442a0" /><Relationship Type="http://schemas.openxmlformats.org/officeDocument/2006/relationships/notesSlide" Target="/ppt/notesSlides/notesSlide5.xml" Id="R40b8750bf0a749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bb041bbf94771" /><Relationship Type="http://schemas.openxmlformats.org/officeDocument/2006/relationships/image" Target="/ppt/media/image12.png" Id="Re1efeefc2dba47db" /><Relationship Type="http://schemas.openxmlformats.org/officeDocument/2006/relationships/image" Target="/ppt/media/image13.png" Id="Rab08c914863f4d28" /><Relationship Type="http://schemas.openxmlformats.org/officeDocument/2006/relationships/image" Target="/ppt/media/image7.svg" Id="R270e542bf52f4752" /><Relationship Type="http://schemas.openxmlformats.org/officeDocument/2006/relationships/image" Target="/ppt/media/image14.png" Id="Re60c9e06a98d428b" /><Relationship Type="http://schemas.openxmlformats.org/officeDocument/2006/relationships/image" Target="/ppt/media/image8.svg" Id="R925eb9d405b44b2b" /><Relationship Type="http://schemas.openxmlformats.org/officeDocument/2006/relationships/image" Target="/ppt/media/image15.png" Id="R16b4f5742b8b4505" /><Relationship Type="http://schemas.openxmlformats.org/officeDocument/2006/relationships/image" Target="/ppt/media/image9.svg" Id="R7df820cb21414774" /><Relationship Type="http://schemas.openxmlformats.org/officeDocument/2006/relationships/image" Target="/ppt/media/image16.png" Id="Rc17e62932e474f72" /><Relationship Type="http://schemas.openxmlformats.org/officeDocument/2006/relationships/image" Target="/ppt/media/image10.svg" Id="R76e9193a13e24273" /><Relationship Type="http://schemas.openxmlformats.org/officeDocument/2006/relationships/notesSlide" Target="/ppt/notesSlides/notesSlide6.xml" Id="R34903d59984b4e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c53f275224868" /><Relationship Type="http://schemas.openxmlformats.org/officeDocument/2006/relationships/image" Target="/ppt/media/image17.png" Id="Rb36254e02bd74fee" /><Relationship Type="http://schemas.openxmlformats.org/officeDocument/2006/relationships/notesSlide" Target="/ppt/notesSlides/notesSlide7.xml" Id="R8d820114790841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e406bed15453e" /><Relationship Type="http://schemas.openxmlformats.org/officeDocument/2006/relationships/image" Target="/ppt/media/image18.png" Id="Rcde799f94ed8485a" /><Relationship Type="http://schemas.openxmlformats.org/officeDocument/2006/relationships/notesSlide" Target="/ppt/notesSlides/notesSlide8.xml" Id="Recb4b32cdc9d428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36e4d7eaac483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24918-8DB4-4E85-AB34-E6EBB562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9F9F0-5285-4927-8FEA-3CF121E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190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9EB4C0"/>
                </a:solidFill>
              </a:defRPr>
            </a:pPr>
            <a:r>
              <a:rPr sz="675">
                <a:solidFill>
                  <a:srgbClr val="9EB4C0"/>
                </a:solidFill>
              </a:rPr>
              <a:t>DECK 02  |  8 SLIDES</a:t>
            </a:r>
          </a:p>
        </p:txBody>
      </p:sp>
    </p:spTree>
    <p:extLst>
      <p:ext uri="{BB962C8B-B14F-4D97-AF65-F5344CB8AC3E}">
        <p14:creationId xmlns:p14="http://schemas.microsoft.com/office/powerpoint/2010/main" val="19606440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A99DF5-0313-49EB-9DE9-61B10402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19F43-C091-4C78-89D7-ED667EA6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E56DE4-80DA-4D28-A434-8606DCB3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03E27-639A-47C0-8602-3AC53E34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FOUR ROTORS, ONE VEHICLE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B0232-752E-480C-8001-49E05119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Total thrust sets vertical acceleration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4d0444e5a42be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F610F-8CB7-4B2E-9290-E13009D6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D3C5D-3C47-4ED6-A21A-4310C465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50CDF-4C69-4967-B80B-2363A974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2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9D7B94-E11A-4ECB-883A-4E7E61B6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5048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945DC5-C86B-436E-BC8D-559EBF6B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7204EA-2CC0-4296-A628-E318E475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459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TOTAL THRUST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87eb91b764c8b">
            <a:extLst>
              <a:ext uri="{96DAC541-7B7A-43D3-8B79-37D633B846F1}">
                <asvg:svgBlip xmlns:asvg="http://schemas.microsoft.com/office/drawing/2016/SVG/main" r:embed="R6ec8456bae3141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2171700"/>
            <a:ext cx="4552950" cy="9334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B4B3E2-AEA2-4B53-A2EA-AE032570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048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B45FD2-B794-477D-90ED-98BE6B9E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994B7-BC9E-4ADA-B33C-9D9E9C38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459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HOVER CONDITION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a130fff1e4485">
            <a:extLst>
              <a:ext uri="{96DAC541-7B7A-43D3-8B79-37D633B846F1}">
                <asvg:svgBlip xmlns:asvg="http://schemas.microsoft.com/office/drawing/2016/SVG/main" r:embed="R1a13f4e41ca248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4152900"/>
            <a:ext cx="4552950" cy="9334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8524D5-1801-4D5C-BDF7-E966059D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334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236E93-F60A-48DC-8538-2B0A22FA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66675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9E3149-EDD9-4494-B2F8-951DEEB6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Read the physics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D7F29B-DD8F-45E7-B2DD-AE866D54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0275"/>
            <a:ext cx="4914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Every rotor contributes an upward thrust magnitude.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Hover requires total thrust to balance weight.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More total thrust accelerates up; less accelerates down.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AE3F31-F903-4C44-90E1-E46F56C0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71950"/>
            <a:ext cx="5334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7635E3-6672-49A9-ABC6-7AFC06C6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71950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E2A1DC-E85A-4F69-8DD9-5F15C7B5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43400"/>
            <a:ext cx="487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FIRST-ORDER PROPELLER MODEL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8d9bacfa8c4d78">
            <a:extLst>
              <a:ext uri="{96DAC541-7B7A-43D3-8B79-37D633B846F1}">
                <asvg:svgBlip xmlns:asvg="http://schemas.microsoft.com/office/drawing/2016/SVG/main" r:embed="R7e46b47c83034f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438900" y="4724400"/>
            <a:ext cx="4838700" cy="36195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62EEB2-AB22-472A-AA3F-103FD4CC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A7B"/>
                </a:solidFill>
              </a:defRPr>
            </a:pPr>
            <a:r>
              <a:rPr sz="1275">
                <a:solidFill>
                  <a:srgbClr val="536A7B"/>
                </a:solidFill>
              </a:rPr>
              <a:t>The square-law model is useful for intuition; the onboard controller handles the real motor/propeller details.</a:t>
            </a:r>
          </a:p>
        </p:txBody>
      </p:sp>
    </p:spTree>
    <p:extLst>
      <p:ext uri="{BB962C8B-B14F-4D97-AF65-F5344CB8AC3E}">
        <p14:creationId xmlns:p14="http://schemas.microsoft.com/office/powerpoint/2010/main" val="11465052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3b2fb38e27489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8FABE-8814-4F26-A4B7-EABE548F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1B8D3-6131-45FC-AD69-8A09F9E7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12365-3022-44B1-A061-D676C5B7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B54BB-041E-4F93-90D4-B47822F7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3 / 8</a:t>
            </a:r>
          </a:p>
        </p:txBody>
      </p:sp>
    </p:spTree>
    <p:extLst>
      <p:ext uri="{BB962C8B-B14F-4D97-AF65-F5344CB8AC3E}">
        <p14:creationId xmlns:p14="http://schemas.microsoft.com/office/powerpoint/2010/main" val="9810442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850ea2d744b9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4FE52-529E-4D11-B662-BA22DD6A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910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0858E8-F384-40D5-B369-CEE1D761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862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ROLL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37be992294b1a">
            <a:extLst>
              <a:ext uri="{96DAC541-7B7A-43D3-8B79-37D633B846F1}">
                <asvg:svgBlip xmlns:asvg="http://schemas.microsoft.com/office/drawing/2016/SVG/main" r:embed="R1b30b19c90ee46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533650" y="4429125"/>
            <a:ext cx="457200" cy="400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F4366-5033-4AAE-BC1E-FBA2E70D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3910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5DE3CD-8CD9-4324-AE99-664C34F9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4862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PITCH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116389e234d48">
            <a:extLst>
              <a:ext uri="{96DAC541-7B7A-43D3-8B79-37D633B846F1}">
                <asvg:svgBlip xmlns:asvg="http://schemas.microsoft.com/office/drawing/2016/SVG/main" r:embed="R74ea8d38c15446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248400" y="4429125"/>
            <a:ext cx="45720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48392C-9D1F-46C1-A7F7-E7961D0A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91025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8345F-E6AD-45AB-A306-B904166B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862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YAW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53ca635394179">
            <a:extLst>
              <a:ext uri="{96DAC541-7B7A-43D3-8B79-37D633B846F1}">
                <asvg:svgBlip xmlns:asvg="http://schemas.microsoft.com/office/drawing/2016/SVG/main" r:embed="R45a5dbf62cde4b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63050" y="4429125"/>
            <a:ext cx="457200" cy="4000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A20247-CA12-413F-8625-ACEB4C50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4C709-0D63-433A-9DE0-12909ED1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5A4A14-81E3-4D2B-B99B-A9B5C506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F00CC2-2E71-4643-8A39-A3D53916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4 / 8</a:t>
            </a:r>
          </a:p>
        </p:txBody>
      </p:sp>
    </p:spTree>
    <p:extLst>
      <p:ext uri="{BB962C8B-B14F-4D97-AF65-F5344CB8AC3E}">
        <p14:creationId xmlns:p14="http://schemas.microsoft.com/office/powerpoint/2010/main" val="3097049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ad76a6dd442a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129B06-2F70-46D7-B957-F04B7333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016EC-5D61-4A07-9B7C-735E8C97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67D00-4038-44FE-91CD-ADF5928E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50BBA-A18C-4FA1-9B34-1CA6E677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5 / 8</a:t>
            </a:r>
          </a:p>
        </p:txBody>
      </p:sp>
    </p:spTree>
    <p:extLst>
      <p:ext uri="{BB962C8B-B14F-4D97-AF65-F5344CB8AC3E}">
        <p14:creationId xmlns:p14="http://schemas.microsoft.com/office/powerpoint/2010/main" val="5471411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D22D3C-E186-4701-B2A0-3192BF2B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291E2-430C-4A20-A180-260C8727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C57CF-BEF4-4ADA-BC9E-193ECB38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AERODYNAMICS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10401-7892-4B32-B62B-EAF617BC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BODY-AXIS CONVENTION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DB363-1292-4BE5-AA6C-65FB3F6F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Roll, pitch, and yaw rotate about different body axes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efeefc2dba47db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DD30A-6668-40CE-9C67-E40F5813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D7128-14D4-479E-BA8F-B2F03412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4E012-992C-44D2-92DE-A0861016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6 /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0792D-357C-41FA-AF63-82D75247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DA4552-1D7B-42D0-B44C-0AAA9A77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C6358-836D-4B87-A693-836E32EE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43075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ROLL · FORWARD BODY AXIS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8c914863f4d28">
            <a:extLst>
              <a:ext uri="{96DAC541-7B7A-43D3-8B79-37D633B846F1}">
                <asvg:svgBlip xmlns:asvg="http://schemas.microsoft.com/office/drawing/2016/SVG/main" r:embed="R270e542bf52f47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2124075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A62230-D6E8-4D4A-B8CE-BB6AB442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45F481-E15F-4B40-880F-3EF5AC1F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862FE-89E0-4800-9DA4-85581760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43075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PITCH · LATERAL BODY AXIS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c9e06a98d428b">
            <a:extLst>
              <a:ext uri="{96DAC541-7B7A-43D3-8B79-37D633B846F1}">
                <asvg:svgBlip xmlns:asvg="http://schemas.microsoft.com/office/drawing/2016/SVG/main" r:embed="R925eb9d405b44b2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77025" y="2124075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86873E-721C-4741-BA0F-AEC37740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428CC-C776-4286-B1E0-C7823F3D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C53B20-6D91-42FC-8B5B-157E16EE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YAW · VERTICAL BODY AXIS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4f5742b8b4505">
            <a:extLst>
              <a:ext uri="{96DAC541-7B7A-43D3-8B79-37D633B846F1}">
                <asvg:svgBlip xmlns:asvg="http://schemas.microsoft.com/office/drawing/2016/SVG/main" r:embed="R7df820cb214147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4400" y="4191000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C9FB89-EBDD-4357-83AD-CD0FB9B6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38550"/>
            <a:ext cx="50958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D0C870-F56F-4B88-A69F-5E53836A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638550"/>
            <a:ext cx="762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B4"/>
          </a:solidFill>
          <a:ln xmlns:a="http://schemas.openxmlformats.org/drawingml/2006/main" w="0">
            <a:solidFill>
              <a:srgbClr val="14B8B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2178DB-FAFC-4CDD-99AD-F1CBD305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638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B8B4"/>
                </a:solidFill>
              </a:defRPr>
            </a:pPr>
            <a:r>
              <a:rPr sz="1275" b="1">
                <a:solidFill>
                  <a:srgbClr val="14B8B4"/>
                </a:solidFill>
              </a:rPr>
              <a:t>TORQUE → ANGULAR ACCELERATION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e62932e474f72">
            <a:extLst>
              <a:ext uri="{96DAC541-7B7A-43D3-8B79-37D633B846F1}">
                <asvg:svgBlip xmlns:asvg="http://schemas.microsoft.com/office/drawing/2016/SVG/main" r:embed="R76e9193a13e2427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77025" y="4191000"/>
            <a:ext cx="4600575" cy="9525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ECF8BE-F919-4333-8A5D-F7812C8A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578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36A7B"/>
                </a:solidFill>
              </a:defRPr>
            </a:pPr>
            <a:r>
              <a:rPr sz="1275" b="1">
                <a:solidFill>
                  <a:srgbClr val="536A7B"/>
                </a:solidFill>
              </a:rPr>
              <a:t>Body axes: xᵦ points forward, yᵦ points laterally, and zᵦ is vertical. The sign of zᵦ depends on the chosen convention.</a:t>
            </a:r>
          </a:p>
        </p:txBody>
      </p:sp>
    </p:spTree>
    <p:extLst>
      <p:ext uri="{BB962C8B-B14F-4D97-AF65-F5344CB8AC3E}">
        <p14:creationId xmlns:p14="http://schemas.microsoft.com/office/powerpoint/2010/main" val="73024133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254e02bd74fe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58C24-49D7-4E97-A5D6-9FCF6255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1A638-54ED-4ABD-BE19-82A6F6AA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47388-D74A-43C8-B73A-ABAE9317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21E24-5112-4CA6-A5B6-CFD2E253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7 / 8</a:t>
            </a:r>
          </a:p>
        </p:txBody>
      </p:sp>
    </p:spTree>
    <p:extLst>
      <p:ext uri="{BB962C8B-B14F-4D97-AF65-F5344CB8AC3E}">
        <p14:creationId xmlns:p14="http://schemas.microsoft.com/office/powerpoint/2010/main" val="17432270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e799f94ed8485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F7D7A-ABA9-43C9-B07A-136B49BA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13A96-3E3B-4C42-8A0D-19AD6DBC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AERODYNAMICS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96824-3E0A-49DA-9F94-8EDD2947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0FDAB-303A-4473-8E4D-1DFB8FF5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8 / 8</a:t>
            </a:r>
          </a:p>
        </p:txBody>
      </p:sp>
    </p:spTree>
    <p:extLst>
      <p:ext uri="{BB962C8B-B14F-4D97-AF65-F5344CB8AC3E}">
        <p14:creationId xmlns:p14="http://schemas.microsoft.com/office/powerpoint/2010/main" val="3542289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2026-07-26T14:17:45.8050000Z</dcterms:created>
  <dcterms:modified xsi:type="dcterms:W3CDTF">2026-07-26T14:17:45.8050000Z</dcterms:modified>
</coreProperties>
</file>