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9aea8a35854791" /><Relationship Type="http://schemas.openxmlformats.org/officeDocument/2006/relationships/extended-properties" Target="/docProps/app.xml" Id="Re27657cbba6542a6" /><Relationship Type="http://schemas.openxmlformats.org/officeDocument/2006/relationships/officeDocument" Target="/ppt/presentation.xml" Id="R9bb0cf7be4b744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687d91abdb48e1"/>
  </p:sldMasterIdLst>
  <p:notesMasterIdLst>
    <p:notesMasterId xmlns:r="http://schemas.openxmlformats.org/officeDocument/2006/relationships" r:id="R97b0011ff1c24195"/>
  </p:notesMasterIdLst>
  <p:sldIdLst>
    <p:sldId xmlns:r="http://schemas.openxmlformats.org/officeDocument/2006/relationships" id="256" r:id="Rcb98233be11a4d01"/>
    <p:sldId xmlns:r="http://schemas.openxmlformats.org/officeDocument/2006/relationships" id="257" r:id="Ra01bcaed8e584373"/>
    <p:sldId xmlns:r="http://schemas.openxmlformats.org/officeDocument/2006/relationships" id="258" r:id="R6d8263dca3454701"/>
    <p:sldId xmlns:r="http://schemas.openxmlformats.org/officeDocument/2006/relationships" id="259" r:id="Rebf79241a6984f7a"/>
    <p:sldId xmlns:r="http://schemas.openxmlformats.org/officeDocument/2006/relationships" id="260" r:id="Rcfe013ba091240a3"/>
    <p:sldId xmlns:r="http://schemas.openxmlformats.org/officeDocument/2006/relationships" id="261" r:id="Rc98092a0c4fa4066"/>
    <p:sldId xmlns:r="http://schemas.openxmlformats.org/officeDocument/2006/relationships" id="262" r:id="Ra41fde278f584c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3636070f1430e" /><Relationship Type="http://schemas.openxmlformats.org/officeDocument/2006/relationships/slideMaster" Target="/ppt/slideMasters/slideMaster1.xml" Id="R6f687d91abdb48e1" /><Relationship Type="http://schemas.openxmlformats.org/officeDocument/2006/relationships/notesMaster" Target="/ppt/notesMasters/notesMaster1.xml" Id="R97b0011ff1c24195" /><Relationship Type="http://schemas.openxmlformats.org/officeDocument/2006/relationships/presProps" Target="/ppt/presProps.xml" Id="Rde4301dde0db4e81" /><Relationship Type="http://schemas.openxmlformats.org/officeDocument/2006/relationships/tableStyles" Target="/ppt/tableStyles.xml" Id="R4d8abb97e43840d6" /><Relationship Type="http://schemas.openxmlformats.org/officeDocument/2006/relationships/slide" Target="/ppt/slides/slide1.xml" Id="Rcb98233be11a4d01" /><Relationship Type="http://schemas.openxmlformats.org/officeDocument/2006/relationships/slide" Target="/ppt/slides/slide2.xml" Id="Ra01bcaed8e584373" /><Relationship Type="http://schemas.openxmlformats.org/officeDocument/2006/relationships/slide" Target="/ppt/slides/slide3.xml" Id="R6d8263dca3454701" /><Relationship Type="http://schemas.openxmlformats.org/officeDocument/2006/relationships/slide" Target="/ppt/slides/slide4.xml" Id="Rebf79241a6984f7a" /><Relationship Type="http://schemas.openxmlformats.org/officeDocument/2006/relationships/slide" Target="/ppt/slides/slide5.xml" Id="Rcfe013ba091240a3" /><Relationship Type="http://schemas.openxmlformats.org/officeDocument/2006/relationships/slide" Target="/ppt/slides/slide6.xml" Id="Rc98092a0c4fa4066" /><Relationship Type="http://schemas.openxmlformats.org/officeDocument/2006/relationships/slide" Target="/ppt/slides/slide7.xml" Id="Ra41fde278f584c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8a926ee4d46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98ac3d717143a3" /><Relationship Type="http://schemas.openxmlformats.org/officeDocument/2006/relationships/notesMaster" Target="/ppt/notesMasters/notesMaster1.xml" Id="R9573e7a571954e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155781319b4915" /><Relationship Type="http://schemas.openxmlformats.org/officeDocument/2006/relationships/notesMaster" Target="/ppt/notesMasters/notesMaster1.xml" Id="Rbcaf6dca903c44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ef1d9775964aa7" /><Relationship Type="http://schemas.openxmlformats.org/officeDocument/2006/relationships/notesMaster" Target="/ppt/notesMasters/notesMaster1.xml" Id="Re8577484106e43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a3fcfe82014840" /><Relationship Type="http://schemas.openxmlformats.org/officeDocument/2006/relationships/notesMaster" Target="/ppt/notesMasters/notesMaster1.xml" Id="R85487b60d5c945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23d0e036694445" /><Relationship Type="http://schemas.openxmlformats.org/officeDocument/2006/relationships/notesMaster" Target="/ppt/notesMasters/notesMaster1.xml" Id="R4cda42f4ecea44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fd4c43f5c848a7" /><Relationship Type="http://schemas.openxmlformats.org/officeDocument/2006/relationships/notesMaster" Target="/ppt/notesMasters/notesMaster1.xml" Id="Rc996579847a440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1f9d3e909c4177" /><Relationship Type="http://schemas.openxmlformats.org/officeDocument/2006/relationships/notesMaster" Target="/ppt/notesMasters/notesMaster1.xml" Id="R19f8c23645bc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Thresholding lesson cover.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project source and locally generated lesson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thresholding lesson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project source and locally generated lesson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Equations are typeset from LaTeX. The luminance formula is the standard Rec. 709 weighting used here to explain grayscale conversion; the app’s implementation should remain the operational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https://docs.opencv.org/4.x/d7/d4d/tutorial_py_thresholding.html</a:t>
            </a:r>
          </a:p>
          <a:p xmlns:a="http://schemas.openxmlformats.org/drawingml/2006/main">
            <a:r>
              <a:t>- Hopper Studio implementation: local_site/lib/vision.ts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thresholding lesson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project source and locally generated lesson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thresholding lesson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project source and locally generated lesson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thresholding lesson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project source and locally generated lesson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Lighting, reflection, blur, floor texture, and target size are experimental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implementation: local_site/lib/vision.ts</a:t>
            </a:r>
          </a:p>
          <a:p xmlns:a="http://schemas.openxmlformats.org/drawingml/2006/main">
            <a:r>
              <a:t>- https://ftw-robotics.ai/hopper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fffaa9c844c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8031bbae7047c0" /><Relationship Type="http://schemas.openxmlformats.org/officeDocument/2006/relationships/slideLayout" Target="/ppt/slideLayouts/slideLayout1.xml" Id="Rd8da4197566c44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da4197566c44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df43158574c3e" /><Relationship Type="http://schemas.openxmlformats.org/officeDocument/2006/relationships/image" Target="/ppt/media/image.png" Id="R3f1814c99d184ac6" /><Relationship Type="http://schemas.openxmlformats.org/officeDocument/2006/relationships/notesSlide" Target="/ppt/notesSlides/notesSlide1.xml" Id="Reb469937a42a40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49453891f41b6" /><Relationship Type="http://schemas.openxmlformats.org/officeDocument/2006/relationships/image" Target="/ppt/media/image2.png" Id="R46ceeabb72bd4e5a" /><Relationship Type="http://schemas.openxmlformats.org/officeDocument/2006/relationships/notesSlide" Target="/ppt/notesSlides/notesSlide2.xml" Id="Ra1a553c38acc45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55ea8bbb448b6" /><Relationship Type="http://schemas.openxmlformats.org/officeDocument/2006/relationships/image" Target="/ppt/media/image3.png" Id="R0ecbd2dd641445ef" /><Relationship Type="http://schemas.openxmlformats.org/officeDocument/2006/relationships/image" Target="/ppt/media/image4.png" Id="Rb63d26098c9a466a" /><Relationship Type="http://schemas.openxmlformats.org/officeDocument/2006/relationships/image" Target="/ppt/media/image.svg" Id="Raa487a540802408f" /><Relationship Type="http://schemas.openxmlformats.org/officeDocument/2006/relationships/image" Target="/ppt/media/image5.png" Id="R4fd13acc364a43b8" /><Relationship Type="http://schemas.openxmlformats.org/officeDocument/2006/relationships/image" Target="/ppt/media/image2.svg" Id="R2ae9cb18418e4fab" /><Relationship Type="http://schemas.openxmlformats.org/officeDocument/2006/relationships/image" Target="/ppt/media/image6.png" Id="Rb6bbc01d3d1d4ae3" /><Relationship Type="http://schemas.openxmlformats.org/officeDocument/2006/relationships/image" Target="/ppt/media/image3.svg" Id="Rd5c7726e4aa64701" /><Relationship Type="http://schemas.openxmlformats.org/officeDocument/2006/relationships/notesSlide" Target="/ppt/notesSlides/notesSlide3.xml" Id="Rc34aac9c3ce64f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c044ba16a45aa" /><Relationship Type="http://schemas.openxmlformats.org/officeDocument/2006/relationships/image" Target="/ppt/media/image7.png" Id="Rfef83da68f4c4475" /><Relationship Type="http://schemas.openxmlformats.org/officeDocument/2006/relationships/notesSlide" Target="/ppt/notesSlides/notesSlide4.xml" Id="Rb39ae521fa3240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4270996fa4a2e" /><Relationship Type="http://schemas.openxmlformats.org/officeDocument/2006/relationships/image" Target="/ppt/media/image8.png" Id="Rbac6ed38e56c433b" /><Relationship Type="http://schemas.openxmlformats.org/officeDocument/2006/relationships/notesSlide" Target="/ppt/notesSlides/notesSlide5.xml" Id="R875cc2bc0b634b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9b37758634de0" /><Relationship Type="http://schemas.openxmlformats.org/officeDocument/2006/relationships/image" Target="/ppt/media/image9.png" Id="R26ab564b80cc464f" /><Relationship Type="http://schemas.openxmlformats.org/officeDocument/2006/relationships/notesSlide" Target="/ppt/notesSlides/notesSlide6.xml" Id="R50e46bfb43da49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f0bbcb53340b1" /><Relationship Type="http://schemas.openxmlformats.org/officeDocument/2006/relationships/image" Target="/ppt/media/image10.png" Id="R6e9c6c0d3a424ca0" /><Relationship Type="http://schemas.openxmlformats.org/officeDocument/2006/relationships/notesSlide" Target="/ppt/notesSlides/notesSlide7.xml" Id="R49acf542ffa34c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814c99d184a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45650-7E3A-4E04-BDD3-0C8A808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D92C8-1A70-4D7B-9413-C7F9ADEB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19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EB4C0"/>
                </a:solidFill>
              </a:defRPr>
            </a:pPr>
            <a:r>
              <a:rPr sz="675">
                <a:solidFill>
                  <a:srgbClr val="9EB4C0"/>
                </a:solidFill>
              </a:rPr>
              <a:t>DECK 05  |  7 SLIDES</a:t>
            </a:r>
          </a:p>
        </p:txBody>
      </p:sp>
    </p:spTree>
    <p:extLst>
      <p:ext uri="{BB962C8B-B14F-4D97-AF65-F5344CB8AC3E}">
        <p14:creationId xmlns:p14="http://schemas.microsoft.com/office/powerpoint/2010/main" val="3346006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eeabb72bd4e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450C3-33A6-4C01-A383-81A980C7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4E537-7AA0-4F01-B31A-FA396647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THRESHOLDING /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3E29B-0C0B-4756-A4BE-84D7ABB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DE7FE-F2F9-434C-BC74-F252AEE3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207420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2EEBB-78D8-4A72-A965-BE6662EB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B83FE-0567-4CB4-960B-B7B60663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ECC45-E68C-4EB5-BAE8-790131DA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THRESHOLDING /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A1A44-CFA1-4230-A689-C682B529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BINARY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AB3F3-F2EC-4CC7-ADB8-488AF498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One threshold turns a grayscale frame into a mask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bd2dd641445ef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42967-C94D-4C87-945D-4BA23437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3B78A-54B2-4F9E-BDD3-0BAD08AA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94CB5-B2CF-4413-8329-01A3780E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3 /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79085-FE45-4E90-A5D4-9CAAF5B1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6BEE9-444D-4ED8-BC9F-A57BF775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B31BB-85F5-4651-8827-237BBFA3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1 · CONVERT COLOR TO LUMINANCE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d26098c9a466a">
            <a:extLst>
              <a:ext uri="{96DAC541-7B7A-43D3-8B79-37D633B846F1}">
                <asvg:svgBlip xmlns:asvg="http://schemas.microsoft.com/office/drawing/2016/SVG/main" r:embed="Raa487a54080240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2076450"/>
            <a:ext cx="4267200" cy="5905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61999-B1D1-4739-B8A0-943AFB58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7625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764C5-63C7-441E-BDC8-63B9B81E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0560C-05FB-4138-9020-1AAADCCA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2 · APPLY THE SLIDER THRESHOLD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13acc364a43b8">
            <a:extLst>
              <a:ext uri="{96DAC541-7B7A-43D3-8B79-37D633B846F1}">
                <asvg:svgBlip xmlns:asvg="http://schemas.microsoft.com/office/drawing/2016/SVG/main" r:embed="R2ae9cb18418e4f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3695700"/>
            <a:ext cx="4267200" cy="12192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E11C7-0483-47FE-905C-068456E5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24000"/>
            <a:ext cx="58293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2076C-CC10-4DBC-B0AF-DD21C407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240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0">
            <a:solidFill>
              <a:srgbClr val="D94F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1B47D-9477-4E51-890A-D1F3323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4F5C"/>
                </a:solidFill>
              </a:defRPr>
            </a:pPr>
            <a:r>
              <a:rPr sz="1275" b="1">
                <a:solidFill>
                  <a:srgbClr val="D94F5C"/>
                </a:solidFill>
              </a:rPr>
              <a:t>3 · MEASURE WHITE COVERAGE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bc01d3d1d4ae3">
            <a:extLst>
              <a:ext uri="{96DAC541-7B7A-43D3-8B79-37D633B846F1}">
                <asvg:svgBlip xmlns:asvg="http://schemas.microsoft.com/office/drawing/2016/SVG/main" r:embed="Rd5c7726e4aa647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00750" y="2076450"/>
            <a:ext cx="5334000" cy="933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069F9-917D-4442-8F6D-189E1503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05200"/>
            <a:ext cx="58293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3F3AB-14C3-458D-B8F3-FC51EC1A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052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099DF-070A-444F-A5CB-480A3D89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9570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How to read 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B1C9CD-3D32-4DE9-9419-01488D6F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86225"/>
            <a:ext cx="5410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T is the 0–100 slider value; 2.55T maps it to an 8-bit intensity.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B = 1 means white in the binary mask; B = 0 means black.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Invert swaps the classes: Bᵢₙᵥ = 1 − B.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385E0-03BB-4DE4-B687-661E2C51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1B3A"/>
                </a:solidFill>
              </a:defRPr>
            </a:pPr>
            <a:r>
              <a:rPr sz="1650" b="1">
                <a:solidFill>
                  <a:srgbClr val="001B3A"/>
                </a:solidFill>
              </a:rPr>
              <a:t>Thresholding uses a rule you can inspect—not a learned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20904781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83da68f4c44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78735-A5AB-4301-A5E8-5CD1FB8B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D680F-E2AE-431F-8AFE-1E69E492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THRESHOLDING /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CD275-8B87-4F2D-82B1-76413531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C5519-AB21-4D40-8066-234180B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620557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6ed38e56c43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2F8E4-ADC6-47E2-BFBC-F69012D5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E7869-0C51-4C64-A246-A12D960A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THRESHOLDING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287F8-FEA1-4B70-839C-C1A1CB01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031AB-978C-4604-8B3C-F4F6EC2D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5003018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b564b80cc46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A9B34-B6EA-41BE-B357-BE964EEE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96FD6-98BB-424E-AEA0-149CA98E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THRESHOLDING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43398-9196-4B89-ADBC-94D8C69C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77CE6-7E77-4952-B7DC-7169F469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8068125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c6c0d3a424c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291CD-7240-4464-BAEF-CAE8BC9B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3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C393C-5A63-412B-9390-1B7FD50B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A227"/>
                </a:solidFill>
              </a:defRPr>
            </a:pPr>
            <a:r>
              <a:rPr sz="900" b="1">
                <a:solidFill>
                  <a:srgbClr val="C9A227"/>
                </a:solidFill>
              </a:rPr>
              <a:t>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B228F-7A59-498E-8ABA-4A6FE0B3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A7B"/>
                </a:solidFill>
              </a:defRPr>
            </a:pPr>
            <a:r>
              <a:rPr sz="1050">
                <a:solidFill>
                  <a:srgbClr val="536A7B"/>
                </a:solidFill>
              </a:rPr>
              <a:t>Hopper Studio lib/vision.ts · FTW Robotics indoor-flight guidance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4C4BC-CE23-4148-8A5F-2DBF1493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09587-B204-42E1-ADF1-E25AC3C5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575D2-5FE8-470B-B3E4-8DBFFA70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A85C9-082E-451D-8DFA-72324D6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THRESHOLDING / 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A56E8-835E-4C11-BE00-797E498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01521-11CC-4C57-9464-EEBB6776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625859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2026-07-26T02:21:30.2730000Z</dcterms:created>
  <dcterms:modified xsi:type="dcterms:W3CDTF">2026-07-26T02:21:30.2730000Z</dcterms:modified>
</coreProperties>
</file>