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29fc83368a49a9" /><Relationship Type="http://schemas.openxmlformats.org/officeDocument/2006/relationships/extended-properties" Target="/docProps/app.xml" Id="Radf653cc060b4128" /><Relationship Type="http://schemas.openxmlformats.org/officeDocument/2006/relationships/officeDocument" Target="/ppt/presentation.xml" Id="R089483c430614379" /></Relationships>
</file>

<file path=ppt/presentation.xml><?xml version="1.0" encoding="utf-8"?>
<p:presentation xmlns:p="http://schemas.openxmlformats.org/presentationml/2006/main">
  <p:sldMasterIdLst>
    <p:sldMasterId xmlns:r="http://schemas.openxmlformats.org/officeDocument/2006/relationships" id="2147483648" r:id="Rae541f552d76480d"/>
  </p:sldMasterIdLst>
  <p:notesMasterIdLst>
    <p:notesMasterId xmlns:r="http://schemas.openxmlformats.org/officeDocument/2006/relationships" r:id="R22dff2f4eaea4d3e"/>
  </p:notesMasterIdLst>
  <p:sldIdLst>
    <p:sldId xmlns:r="http://schemas.openxmlformats.org/officeDocument/2006/relationships" id="256" r:id="R2f5bbfe99b534b30"/>
    <p:sldId xmlns:r="http://schemas.openxmlformats.org/officeDocument/2006/relationships" id="257" r:id="R7d1e737d72484016"/>
    <p:sldId xmlns:r="http://schemas.openxmlformats.org/officeDocument/2006/relationships" id="258" r:id="R654950d04a99491d"/>
    <p:sldId xmlns:r="http://schemas.openxmlformats.org/officeDocument/2006/relationships" id="259" r:id="R68096a2f8e91419f"/>
    <p:sldId xmlns:r="http://schemas.openxmlformats.org/officeDocument/2006/relationships" id="260" r:id="Rc9e5cec0ccb7456f"/>
    <p:sldId xmlns:r="http://schemas.openxmlformats.org/officeDocument/2006/relationships" id="261" r:id="R1bb749f8a10341e8"/>
    <p:sldId xmlns:r="http://schemas.openxmlformats.org/officeDocument/2006/relationships" id="262" r:id="R87bf7855d22c4496"/>
    <p:sldId xmlns:r="http://schemas.openxmlformats.org/officeDocument/2006/relationships" id="263" r:id="R597eb8d3fb5b4b1e"/>
    <p:sldId xmlns:r="http://schemas.openxmlformats.org/officeDocument/2006/relationships" id="264" r:id="Rc927d9d179e14f7f"/>
    <p:sldId xmlns:r="http://schemas.openxmlformats.org/officeDocument/2006/relationships" id="265" r:id="Rbe33b304b33840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f67a1f6c6414afa" /><Relationship Type="http://schemas.openxmlformats.org/officeDocument/2006/relationships/slideMaster" Target="/ppt/slideMasters/slideMaster1.xml" Id="Rae541f552d76480d" /><Relationship Type="http://schemas.openxmlformats.org/officeDocument/2006/relationships/notesMaster" Target="/ppt/notesMasters/notesMaster1.xml" Id="R22dff2f4eaea4d3e" /><Relationship Type="http://schemas.openxmlformats.org/officeDocument/2006/relationships/presProps" Target="/ppt/presProps.xml" Id="R5f4cda6d136b492a" /><Relationship Type="http://schemas.openxmlformats.org/officeDocument/2006/relationships/tableStyles" Target="/ppt/tableStyles.xml" Id="Reba57c0513654e55" /><Relationship Type="http://schemas.openxmlformats.org/officeDocument/2006/relationships/slide" Target="/ppt/slides/slide1.xml" Id="R2f5bbfe99b534b30" /><Relationship Type="http://schemas.openxmlformats.org/officeDocument/2006/relationships/slide" Target="/ppt/slides/slide2.xml" Id="R7d1e737d72484016" /><Relationship Type="http://schemas.openxmlformats.org/officeDocument/2006/relationships/slide" Target="/ppt/slides/slide3.xml" Id="R654950d04a99491d" /><Relationship Type="http://schemas.openxmlformats.org/officeDocument/2006/relationships/slide" Target="/ppt/slides/slide4.xml" Id="R68096a2f8e91419f" /><Relationship Type="http://schemas.openxmlformats.org/officeDocument/2006/relationships/slide" Target="/ppt/slides/slide5.xml" Id="Rc9e5cec0ccb7456f" /><Relationship Type="http://schemas.openxmlformats.org/officeDocument/2006/relationships/slide" Target="/ppt/slides/slide6.xml" Id="R1bb749f8a10341e8" /><Relationship Type="http://schemas.openxmlformats.org/officeDocument/2006/relationships/slide" Target="/ppt/slides/slide7.xml" Id="R87bf7855d22c4496" /><Relationship Type="http://schemas.openxmlformats.org/officeDocument/2006/relationships/slide" Target="/ppt/slides/slide8.xml" Id="R597eb8d3fb5b4b1e" /><Relationship Type="http://schemas.openxmlformats.org/officeDocument/2006/relationships/slide" Target="/ppt/slides/slide9.xml" Id="Rc927d9d179e14f7f" /><Relationship Type="http://schemas.openxmlformats.org/officeDocument/2006/relationships/slide" Target="/ppt/slides/slide10.xml" Id="Rbe33b304b33840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abd8af107e04d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ffd67d20f24014" /><Relationship Type="http://schemas.openxmlformats.org/officeDocument/2006/relationships/notesMaster" Target="/ppt/notesMasters/notesMaster1.xml" Id="Rf61b2045fd0d4e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e7b8c9c6134aec" /><Relationship Type="http://schemas.openxmlformats.org/officeDocument/2006/relationships/notesMaster" Target="/ppt/notesMasters/notesMaster1.xml" Id="R188efcaab7674f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b90cf201aae42ca" /><Relationship Type="http://schemas.openxmlformats.org/officeDocument/2006/relationships/notesMaster" Target="/ppt/notesMasters/notesMaster1.xml" Id="Re6f7bf8ef31f41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9f3ec1b630948bb" /><Relationship Type="http://schemas.openxmlformats.org/officeDocument/2006/relationships/notesMaster" Target="/ppt/notesMasters/notesMaster1.xml" Id="R708a28ea0ab140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45343e0f5c4cbd" /><Relationship Type="http://schemas.openxmlformats.org/officeDocument/2006/relationships/notesMaster" Target="/ppt/notesMasters/notesMaster1.xml" Id="R9dc32769d44048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82fc250c924030" /><Relationship Type="http://schemas.openxmlformats.org/officeDocument/2006/relationships/notesMaster" Target="/ppt/notesMasters/notesMaster1.xml" Id="R4d6a401a0e994a71"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7f8d2551c64dcb" /><Relationship Type="http://schemas.openxmlformats.org/officeDocument/2006/relationships/notesMaster" Target="/ppt/notesMasters/notesMaster1.xml" Id="Rbb13767af2b541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2e76d61ad0c463f" /><Relationship Type="http://schemas.openxmlformats.org/officeDocument/2006/relationships/notesMaster" Target="/ppt/notesMasters/notesMaster1.xml" Id="R3a83a4c7696b4a7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d8b6420cff441c" /><Relationship Type="http://schemas.openxmlformats.org/officeDocument/2006/relationships/notesMaster" Target="/ppt/notesMasters/notesMaster1.xml" Id="Rda9803abb8cc4d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85799d85ab4b53" /><Relationship Type="http://schemas.openxmlformats.org/officeDocument/2006/relationships/notesMaster" Target="/ppt/notesMasters/notesMaster1.xml" Id="R2eda13602c1d45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Teachable Machine models are custom, host-side classifiers. They are distinct from Hopper Studio's built-in COCO-SSD detector and do not run on the flight controller.</a:t>
            </a:r>
          </a:p>
          <a:p xmlns:a="http://schemas.openxmlformats.org/drawingml/2006/main">
            <a:r>
              <a:t/>
            </a:r>
          </a:p>
          <a:p xmlns:a="http://schemas.openxmlformats.org/drawingml/2006/main">
            <a:r>
              <a:t>[Sources]</a:t>
            </a:r>
          </a:p>
          <a:p xmlns:a="http://schemas.openxmlformats.org/drawingml/2006/main">
            <a:r>
              <a:t>- User-supplied high-resolution photograph: drone_photos/IMG_4479.jpeg</a:t>
            </a:r>
          </a:p>
          <a:p xmlns:a="http://schemas.openxmlformats.org/drawingml/2006/main">
            <a:r>
              <a:t>- https://teachablemachine.withgoogle.com/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student-supplied screenshot to point to the Standard image model choice.</a:t>
            </a:r>
          </a:p>
          <a:p xmlns:a="http://schemas.openxmlformats.org/drawingml/2006/main">
            <a:r>
              <a:t/>
            </a:r>
          </a:p>
          <a:p xmlns:a="http://schemas.openxmlformats.org/drawingml/2006/main">
            <a:r>
              <a:t>[Sources]</a:t>
            </a:r>
          </a:p>
          <a:p xmlns:a="http://schemas.openxmlformats.org/drawingml/2006/main">
            <a:r>
              <a:t>- User-supplied screenshot: drone_photos/image.png</a:t>
            </a:r>
          </a:p>
          <a:p xmlns:a="http://schemas.openxmlformats.org/drawingml/2006/main">
            <a:r>
              <a:t>- https://teachablemachine.withgoogle.com/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a negative/other label changes the set of available outputs. It does not make the model omniscient; it gives the model an explicit bucket for training examples that should not trigger mission actions.</a:t>
            </a:r>
          </a:p>
          <a:p xmlns:a="http://schemas.openxmlformats.org/drawingml/2006/main">
            <a:r>
              <a:t/>
            </a:r>
          </a:p>
          <a:p xmlns:a="http://schemas.openxmlformats.org/drawingml/2006/main">
            <a:r>
              <a:t>[Sources]</a:t>
            </a:r>
          </a:p>
          <a:p xmlns:a="http://schemas.openxmlformats.org/drawingml/2006/main">
            <a:r>
              <a:t>- https://codelabs.developers.google.com/tensorflowjs-transfer-learning-teachable-machine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standard image project uses 224-by-224 color inputs and transfer learning. A pretrained MobileNet-family feature extractor feeds a custom classification head with one probability per student label. The exact exported architecture, weights, and parameter count can vary by Teachable Machine version and number of classes, so model.json is authoritative. This is whole-frame classification: no bounding boxes or x/y coordinates.</a:t>
            </a:r>
          </a:p>
          <a:p xmlns:a="http://schemas.openxmlformats.org/drawingml/2006/main">
            <a:r>
              <a:t/>
            </a:r>
          </a:p>
          <a:p xmlns:a="http://schemas.openxmlformats.org/drawingml/2006/main">
            <a:r>
              <a:t>[Sources]</a:t>
            </a:r>
          </a:p>
          <a:p xmlns:a="http://schemas.openxmlformats.org/drawingml/2006/main">
            <a:r>
              <a:t>- https://codelabs.developers.google.com/tensorflowjs-transfer-learning-teachable-machine</a:t>
            </a:r>
          </a:p>
          <a:p xmlns:a="http://schemas.openxmlformats.org/drawingml/2006/main">
            <a:r>
              <a:t>- https://github.com/googlecreativelab/teachablemachine-community/tree/master/libraries/image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screenshot to point out the class panels, Train Model control, and Preview output. Hold out validation examples; a high training score alone is not evidence of field reliability.</a:t>
            </a:r>
          </a:p>
          <a:p xmlns:a="http://schemas.openxmlformats.org/drawingml/2006/main">
            <a:r>
              <a:t/>
            </a:r>
          </a:p>
          <a:p xmlns:a="http://schemas.openxmlformats.org/drawingml/2006/main">
            <a:r>
              <a:t>[Sources]</a:t>
            </a:r>
          </a:p>
          <a:p xmlns:a="http://schemas.openxmlformats.org/drawingml/2006/main">
            <a:r>
              <a:t>- User-supplied screenshot: drone_photos/image copy.png</a:t>
            </a:r>
          </a:p>
          <a:p xmlns:a="http://schemas.openxmlformats.org/drawingml/2006/main">
            <a:r>
              <a:t>- https://teachablemachine.withgoogle.com/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Export model.json, weights.bin, and metadata.json together.</a:t>
            </a:r>
          </a:p>
          <a:p xmlns:a="http://schemas.openxmlformats.org/drawingml/2006/main">
            <a:r>
              <a:t/>
            </a:r>
          </a:p>
          <a:p xmlns:a="http://schemas.openxmlformats.org/drawingml/2006/main">
            <a:r>
              <a:t>[Sources]</a:t>
            </a:r>
          </a:p>
          <a:p xmlns:a="http://schemas.openxmlformats.org/drawingml/2006/main">
            <a:r>
              <a:t>- https://github.com/googlecreativelab/teachablemachine-community/tree/master/libraries/image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Load the exported TensorFlow.js files into Hopper Studio.</a:t>
            </a:r>
          </a:p>
          <a:p xmlns:a="http://schemas.openxmlformats.org/drawingml/2006/main">
            <a:r>
              <a:t/>
            </a:r>
          </a:p>
          <a:p xmlns:a="http://schemas.openxmlformats.org/drawingml/2006/main">
            <a:r>
              <a:t>[Sources]</a:t>
            </a:r>
          </a:p>
          <a:p xmlns:a="http://schemas.openxmlformats.org/drawingml/2006/main">
            <a:r>
              <a:t>- Hopper Studio implementation: local_site/lib/vision.ts and components/HopperStudio.tsx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seesCustomLabel performs a fresh classification and compares one named class to a minimum-confidence threshold. The code explicitly lands in finally. The custom model must already be loaded from model.json, weights.bin, and metadata.json in Vision Testing.</a:t>
            </a:r>
          </a:p>
          <a:p xmlns:a="http://schemas.openxmlformats.org/drawingml/2006/main">
            <a:r>
              <a:t/>
            </a:r>
          </a:p>
          <a:p xmlns:a="http://schemas.openxmlformats.org/drawingml/2006/main">
            <a:r>
              <a:t>[Sources]</a:t>
            </a:r>
          </a:p>
          <a:p xmlns:a="http://schemas.openxmlformats.org/drawingml/2006/main">
            <a:r>
              <a:t>- Hopper Studio implementation: local_site/lib/vision.ts, loadCustomModel, classifyCustomModel, and seesCustomLabel.</a:t>
            </a:r>
          </a:p>
          <a:p xmlns:a="http://schemas.openxmlformats.org/drawingml/2006/main">
            <a:r>
              <a:t>- Hopper Studio flight API: local_site/lib/drone.ts.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Treat failures as new training data and retrain.</a:t>
            </a:r>
          </a:p>
          <a:p xmlns:a="http://schemas.openxmlformats.org/drawingml/2006/main">
            <a:r>
              <a:t/>
            </a:r>
          </a:p>
          <a:p xmlns:a="http://schemas.openxmlformats.org/drawingml/2006/main">
            <a:r>
              <a:t>[Sources]</a:t>
            </a:r>
          </a:p>
          <a:p xmlns:a="http://schemas.openxmlformats.org/drawingml/2006/main">
            <a:r>
              <a:t>- https://codelabs.developers.google.com/tensorflowjs-transfer-learning-teachable-machine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an acceptance-test mindset. The model should be evaluated on unseen, mission-realistic imagery, including the ‘other’ class.</a:t>
            </a:r>
          </a:p>
          <a:p xmlns:a="http://schemas.openxmlformats.org/drawingml/2006/main">
            <a:r>
              <a:t/>
            </a:r>
          </a:p>
          <a:p xmlns:a="http://schemas.openxmlformats.org/drawingml/2006/main">
            <a:r>
              <a:t>[Sources]</a:t>
            </a:r>
          </a:p>
          <a:p xmlns:a="http://schemas.openxmlformats.org/drawingml/2006/main">
            <a:r>
              <a:t>- https://codelabs.developers.google.com/tensorflowjs-transfer-learning-teachable-machine</a:t>
            </a:r>
          </a:p>
          <a:p xmlns:a="http://schemas.openxmlformats.org/drawingml/2006/main">
            <a:r>
              <a:t>- https://teachablemachine.withgoogle.com/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f3c75ddb7046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fa65bea0b14a27" /><Relationship Type="http://schemas.openxmlformats.org/officeDocument/2006/relationships/slideLayout" Target="/ppt/slideLayouts/slideLayout1.xml" Id="Rc7857714003a461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857714003a461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8317873aa241aa" /><Relationship Type="http://schemas.openxmlformats.org/officeDocument/2006/relationships/image" Target="/ppt/media/image.jpeg" Id="R686dfe4cc41d4832" /><Relationship Type="http://schemas.openxmlformats.org/officeDocument/2006/relationships/image" Target="/ppt/media/image.png" Id="R3ba6ffcc7d124786" /><Relationship Type="http://schemas.openxmlformats.org/officeDocument/2006/relationships/notesSlide" Target="/ppt/notesSlides/notesSlide1.xml" Id="Re8272b5d91fa415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90ec456ab0400a" /><Relationship Type="http://schemas.openxmlformats.org/officeDocument/2006/relationships/image" Target="/ppt/media/image2.png" Id="Raa72238f5d4e42dd" /><Relationship Type="http://schemas.openxmlformats.org/officeDocument/2006/relationships/image" Target="/ppt/media/image3.png" Id="R36f54951ec1c4e55" /><Relationship Type="http://schemas.openxmlformats.org/officeDocument/2006/relationships/notesSlide" Target="/ppt/notesSlides/notesSlide2.xml" Id="R0f7c6f3b94374b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d4bcdaea2f4025" /><Relationship Type="http://schemas.openxmlformats.org/officeDocument/2006/relationships/image" Target="/ppt/media/image4.png" Id="Rfa256783839446a7" /><Relationship Type="http://schemas.openxmlformats.org/officeDocument/2006/relationships/notesSlide" Target="/ppt/notesSlides/notesSlide3.xml" Id="R59a205dab5d04b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e8e59aa763447c" /><Relationship Type="http://schemas.openxmlformats.org/officeDocument/2006/relationships/image" Target="/ppt/media/image5.png" Id="R260dc8ae607f4e46" /><Relationship Type="http://schemas.openxmlformats.org/officeDocument/2006/relationships/notesSlide" Target="/ppt/notesSlides/notesSlide4.xml" Id="R278e36150a9b49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2009eec6dc54e89" /><Relationship Type="http://schemas.openxmlformats.org/officeDocument/2006/relationships/image" Target="/ppt/media/image6.png" Id="Rfb7c9b8f150f4c84" /><Relationship Type="http://schemas.openxmlformats.org/officeDocument/2006/relationships/image" Target="/ppt/media/image7.png" Id="R652875658a17436a" /><Relationship Type="http://schemas.openxmlformats.org/officeDocument/2006/relationships/notesSlide" Target="/ppt/notesSlides/notesSlide5.xml" Id="Rf3dd44bd690543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493ad8f8cfb4ba0" /><Relationship Type="http://schemas.openxmlformats.org/officeDocument/2006/relationships/image" Target="/ppt/media/image8.png" Id="Rb30d8a86def44f0f" /><Relationship Type="http://schemas.openxmlformats.org/officeDocument/2006/relationships/notesSlide" Target="/ppt/notesSlides/notesSlide6.xml" Id="R72359a97f0134bf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623f3cf5e549df" /><Relationship Type="http://schemas.openxmlformats.org/officeDocument/2006/relationships/image" Target="/ppt/media/image9.png" Id="R5a988d518c9041c0" /><Relationship Type="http://schemas.openxmlformats.org/officeDocument/2006/relationships/notesSlide" Target="/ppt/notesSlides/notesSlide7.xml" Id="Ra78a0f345bec43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e0429c7549045ee" /><Relationship Type="http://schemas.openxmlformats.org/officeDocument/2006/relationships/image" Target="/ppt/media/image10.png" Id="Rb06d055269e64f59" /><Relationship Type="http://schemas.openxmlformats.org/officeDocument/2006/relationships/notesSlide" Target="/ppt/notesSlides/notesSlide8.xml" Id="Rb22070a5e92d4c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23225650f9245ba" /><Relationship Type="http://schemas.openxmlformats.org/officeDocument/2006/relationships/image" Target="/ppt/media/image11.png" Id="R59da75f80ea54c53" /><Relationship Type="http://schemas.openxmlformats.org/officeDocument/2006/relationships/notesSlide" Target="/ppt/notesSlides/notesSlide9.xml" Id="Rd3411ec9f50348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71ef0ed1d484d27" /><Relationship Type="http://schemas.openxmlformats.org/officeDocument/2006/relationships/image" Target="/ppt/media/image12.png" Id="R5ff5de7c26c54917" /><Relationship Type="http://schemas.openxmlformats.org/officeDocument/2006/relationships/notesSlide" Target="/ppt/notesSlides/notesSlide10.xml" Id="R246deadad45c40e2" /></Relationships>
</file>

<file path=ppt/slides/slide1.xml><?xml version="1.0" encoding="utf-8"?>
<p:sld xmlns:p="http://schemas.openxmlformats.org/presentationml/2006/main">
  <p:cSld>
    <p:bg>
      <p:bgPr>
        <a:solidFill xmlns:a="http://schemas.openxmlformats.org/drawingml/2006/main">
          <a:srgbClr val="001B3A"/>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86dfe4cc41d4832"/>
          <a:srcRect xmlns:a="http://schemas.openxmlformats.org/drawingml/2006/main" l="0" t="10411" r="0" b="10411"/>
          <a:stretch xmlns:a="http://schemas.openxmlformats.org/drawingml/2006/main">
            <a:fillRect l="0" t="0" r="0" b="0"/>
          </a:stretch>
        </p:blipFill>
        <p:spPr>
          <a:xfrm xmlns:a="http://schemas.openxmlformats.org/drawingml/2006/main">
            <a:off x="5695950" y="0"/>
            <a:ext cx="64960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F3683BD-BFD6-47CD-AE4A-313059E03AA1}"/>
              </a:ext>
            </a:extLst>
          </p:cNvPr>
          <p:cNvSpPr>
            <a:spLocks xmlns:a="http://schemas.openxmlformats.org/drawingml/2006/main" noGrp="1"/>
          </p:cNvSpPr>
          <p:nvPr/>
        </p:nvSpPr>
        <p:spPr>
          <a:xfrm xmlns:a="http://schemas.openxmlformats.org/drawingml/2006/main">
            <a:off x="5524500" y="0"/>
            <a:ext cx="590550" cy="6858000"/>
          </a:xfrm>
          <a:prstGeom xmlns:a="http://schemas.openxmlformats.org/drawingml/2006/main" prst="rect">
            <a:avLst/>
          </a:prstGeom>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540E385-CCAC-43E7-84E6-0BEF094F6771}"/>
              </a:ext>
            </a:extLst>
          </p:cNvPr>
          <p:cNvSpPr>
            <a:spLocks xmlns:a="http://schemas.openxmlformats.org/drawingml/2006/main" noGrp="1"/>
          </p:cNvSpPr>
          <p:nvPr/>
        </p:nvSpPr>
        <p:spPr>
          <a:xfrm xmlns:a="http://schemas.openxmlformats.org/drawingml/2006/main">
            <a:off x="514350" y="438150"/>
            <a:ext cx="238125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4288">
            <a:solidFill>
              <a:srgbClr val="FFFFFF"/>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ba6ffcc7d124786"/>
          <a:stretch xmlns:a="http://schemas.openxmlformats.org/drawingml/2006/main"/>
        </p:blipFill>
        <p:spPr>
          <a:xfrm xmlns:a="http://schemas.openxmlformats.org/drawingml/2006/main">
            <a:off x="1115994" y="561975"/>
            <a:ext cx="1177963" cy="5905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9B773A5-364B-446F-B333-B7BFC03ED8CB}"/>
              </a:ext>
            </a:extLst>
          </p:cNvPr>
          <p:cNvSpPr>
            <a:spLocks xmlns:a="http://schemas.openxmlformats.org/drawingml/2006/main" noGrp="1"/>
          </p:cNvSpPr>
          <p:nvPr/>
        </p:nvSpPr>
        <p:spPr>
          <a:xfrm xmlns:a="http://schemas.openxmlformats.org/drawingml/2006/main">
            <a:off x="552450" y="17526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14B8B4"/>
                </a:solidFill>
              </a:defRPr>
            </a:pPr>
            <a:r>
              <a:rPr sz="975" b="1">
                <a:solidFill>
                  <a:srgbClr val="14B8B4"/>
                </a:solidFill>
              </a:rPr>
              <a:t>HOPPER INFORMATION SERIES</a:t>
            </a:r>
          </a:p>
        </p:txBody>
      </p:sp>
      <p:sp>
        <p:nvSpPr>
          <p:cNvPr id="6" name="">
            <a:extLst xmlns:a="http://schemas.openxmlformats.org/drawingml/2006/main">
              <a:ext uri="{FF2B5EF4-FFF2-40B4-BE49-F238E27FC236}">
                <a16:creationId xmlns:a16="http://schemas.microsoft.com/office/drawing/2014/main" id="{5B4CC1F4-EAFA-434E-96BC-CE15A1CCC317}"/>
              </a:ext>
            </a:extLst>
          </p:cNvPr>
          <p:cNvSpPr>
            <a:spLocks xmlns:a="http://schemas.openxmlformats.org/drawingml/2006/main" noGrp="1"/>
          </p:cNvSpPr>
          <p:nvPr/>
        </p:nvSpPr>
        <p:spPr>
          <a:xfrm xmlns:a="http://schemas.openxmlformats.org/drawingml/2006/main">
            <a:off x="552450" y="2047875"/>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C9A227"/>
                </a:solidFill>
              </a:defRPr>
            </a:pPr>
            <a:r>
              <a:rPr sz="900" b="1">
                <a:solidFill>
                  <a:srgbClr val="C9A227"/>
                </a:solidFill>
              </a:rPr>
              <a:t>TEACHABLE MACHINE</a:t>
            </a:r>
          </a:p>
        </p:txBody>
      </p:sp>
      <p:sp>
        <p:nvSpPr>
          <p:cNvPr id="7" name="">
            <a:extLst xmlns:a="http://schemas.openxmlformats.org/drawingml/2006/main">
              <a:ext uri="{FF2B5EF4-FFF2-40B4-BE49-F238E27FC236}">
                <a16:creationId xmlns:a16="http://schemas.microsoft.com/office/drawing/2014/main" id="{76E3B659-D2B0-4E56-8001-3239C41FEB53}"/>
              </a:ext>
            </a:extLst>
          </p:cNvPr>
          <p:cNvSpPr>
            <a:spLocks xmlns:a="http://schemas.openxmlformats.org/drawingml/2006/main" noGrp="1"/>
          </p:cNvSpPr>
          <p:nvPr/>
        </p:nvSpPr>
        <p:spPr>
          <a:xfrm xmlns:a="http://schemas.openxmlformats.org/drawingml/2006/main">
            <a:off x="552450" y="2457450"/>
            <a:ext cx="4572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defRPr sz="4050" b="1">
                <a:solidFill>
                  <a:srgbClr val="FFFFFF"/>
                </a:solidFill>
              </a:defRPr>
            </a:pPr>
            <a:r>
              <a:rPr sz="4050" b="1">
                <a:solidFill>
                  <a:srgbClr val="FFFFFF"/>
                </a:solidFill>
              </a:rPr>
              <a:t>Teachable Machine models</a:t>
            </a:r>
          </a:p>
        </p:txBody>
      </p:sp>
      <p:sp>
        <p:nvSpPr>
          <p:cNvPr id="8" name="">
            <a:extLst xmlns:a="http://schemas.openxmlformats.org/drawingml/2006/main">
              <a:ext uri="{FF2B5EF4-FFF2-40B4-BE49-F238E27FC236}">
                <a16:creationId xmlns:a16="http://schemas.microsoft.com/office/drawing/2014/main" id="{66BB5DDF-0F00-427B-8731-B3AE49FCA8A5}"/>
              </a:ext>
            </a:extLst>
          </p:cNvPr>
          <p:cNvSpPr>
            <a:spLocks xmlns:a="http://schemas.openxmlformats.org/drawingml/2006/main" noGrp="1"/>
          </p:cNvSpPr>
          <p:nvPr/>
        </p:nvSpPr>
        <p:spPr>
          <a:xfrm xmlns:a="http://schemas.openxmlformats.org/drawingml/2006/main">
            <a:off x="552450" y="4238625"/>
            <a:ext cx="4667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a:solidFill>
                  <a:srgbClr val="D4E2E8"/>
                </a:solidFill>
              </a:defRPr>
            </a:pPr>
            <a:r>
              <a:rPr sz="1500">
                <a:solidFill>
                  <a:srgbClr val="D4E2E8"/>
                </a:solidFill>
              </a:rPr>
              <a:t>Build mission-specific whole-frame labels, export the browser model, and validate it honestly.</a:t>
            </a:r>
          </a:p>
        </p:txBody>
      </p:sp>
      <p:sp>
        <p:nvSpPr>
          <p:cNvPr id="9" name="">
            <a:extLst xmlns:a="http://schemas.openxmlformats.org/drawingml/2006/main">
              <a:ext uri="{FF2B5EF4-FFF2-40B4-BE49-F238E27FC236}">
                <a16:creationId xmlns:a16="http://schemas.microsoft.com/office/drawing/2014/main" id="{1FB9EDDD-54C5-497D-B9D0-BEEBF4B82768}"/>
              </a:ext>
            </a:extLst>
          </p:cNvPr>
          <p:cNvSpPr>
            <a:spLocks xmlns:a="http://schemas.openxmlformats.org/drawingml/2006/main" noGrp="1"/>
          </p:cNvSpPr>
          <p:nvPr/>
        </p:nvSpPr>
        <p:spPr>
          <a:xfrm xmlns:a="http://schemas.openxmlformats.org/drawingml/2006/main">
            <a:off x="552450" y="5372100"/>
            <a:ext cx="1362075" cy="304800"/>
          </a:xfrm>
          <a:prstGeom xmlns:a="http://schemas.openxmlformats.org/drawingml/2006/main" prst="roundRect">
            <a:avLst>
              <a:gd name="adj" fmla="val 50000"/>
            </a:avLst>
          </a:prstGeom>
          <a:solidFill xmlns:a="http://schemas.openxmlformats.org/drawingml/2006/main">
            <a:srgbClr val="123654"/>
          </a:solidFill>
          <a:ln xmlns:a="http://schemas.openxmlformats.org/drawingml/2006/main" w="14288">
            <a:solidFill>
              <a:srgbClr val="123654"/>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224×224 RGB</a:t>
            </a:r>
          </a:p>
        </p:txBody>
      </p:sp>
      <p:sp>
        <p:nvSpPr>
          <p:cNvPr id="10" name="">
            <a:extLst xmlns:a="http://schemas.openxmlformats.org/drawingml/2006/main">
              <a:ext uri="{FF2B5EF4-FFF2-40B4-BE49-F238E27FC236}">
                <a16:creationId xmlns:a16="http://schemas.microsoft.com/office/drawing/2014/main" id="{FB2E2A79-4BD8-4100-B287-24301C9AC479}"/>
              </a:ext>
            </a:extLst>
          </p:cNvPr>
          <p:cNvSpPr>
            <a:spLocks xmlns:a="http://schemas.openxmlformats.org/drawingml/2006/main" noGrp="1"/>
          </p:cNvSpPr>
          <p:nvPr/>
        </p:nvSpPr>
        <p:spPr>
          <a:xfrm xmlns:a="http://schemas.openxmlformats.org/drawingml/2006/main">
            <a:off x="2028825" y="5372100"/>
            <a:ext cx="1600200" cy="304800"/>
          </a:xfrm>
          <a:prstGeom xmlns:a="http://schemas.openxmlformats.org/drawingml/2006/main" prst="roundRect">
            <a:avLst>
              <a:gd name="adj" fmla="val 50000"/>
            </a:avLst>
          </a:prstGeom>
          <a:solidFill xmlns:a="http://schemas.openxmlformats.org/drawingml/2006/main">
            <a:srgbClr val="123654"/>
          </a:solidFill>
          <a:ln xmlns:a="http://schemas.openxmlformats.org/drawingml/2006/main" w="14288">
            <a:solidFill>
              <a:srgbClr val="123654"/>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TRANSFER LEARNING</a:t>
            </a:r>
          </a:p>
        </p:txBody>
      </p:sp>
      <p:sp>
        <p:nvSpPr>
          <p:cNvPr id="11" name="">
            <a:extLst xmlns:a="http://schemas.openxmlformats.org/drawingml/2006/main">
              <a:ext uri="{FF2B5EF4-FFF2-40B4-BE49-F238E27FC236}">
                <a16:creationId xmlns:a16="http://schemas.microsoft.com/office/drawing/2014/main" id="{8D34A8A1-D345-4E54-B43E-F2A8DE0A673A}"/>
              </a:ext>
            </a:extLst>
          </p:cNvPr>
          <p:cNvSpPr>
            <a:spLocks xmlns:a="http://schemas.openxmlformats.org/drawingml/2006/main" noGrp="1"/>
          </p:cNvSpPr>
          <p:nvPr/>
        </p:nvSpPr>
        <p:spPr>
          <a:xfrm xmlns:a="http://schemas.openxmlformats.org/drawingml/2006/main">
            <a:off x="3743325" y="5372100"/>
            <a:ext cx="1533525" cy="304800"/>
          </a:xfrm>
          <a:prstGeom xmlns:a="http://schemas.openxmlformats.org/drawingml/2006/main" prst="roundRect">
            <a:avLst>
              <a:gd name="adj" fmla="val 50000"/>
            </a:avLst>
          </a:prstGeom>
          <a:solidFill xmlns:a="http://schemas.openxmlformats.org/drawingml/2006/main">
            <a:srgbClr val="008C95"/>
          </a:solidFill>
          <a:ln xmlns:a="http://schemas.openxmlformats.org/drawingml/2006/main" w="14288">
            <a:solidFill>
              <a:srgbClr val="008C95"/>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CUSTOM LABELS</a:t>
            </a:r>
          </a:p>
        </p:txBody>
      </p:sp>
      <p:sp>
        <p:nvSpPr>
          <p:cNvPr id="12" name="">
            <a:extLst xmlns:a="http://schemas.openxmlformats.org/drawingml/2006/main">
              <a:ext uri="{FF2B5EF4-FFF2-40B4-BE49-F238E27FC236}">
                <a16:creationId xmlns:a16="http://schemas.microsoft.com/office/drawing/2014/main" id="{BD1F543E-C81C-41BE-9A48-69D11CC1C2A3}"/>
              </a:ext>
            </a:extLst>
          </p:cNvPr>
          <p:cNvSpPr>
            <a:spLocks xmlns:a="http://schemas.openxmlformats.org/drawingml/2006/main" noGrp="1"/>
          </p:cNvSpPr>
          <p:nvPr/>
        </p:nvSpPr>
        <p:spPr>
          <a:xfrm xmlns:a="http://schemas.openxmlformats.org/drawingml/2006/main">
            <a:off x="552450" y="6419850"/>
            <a:ext cx="4400550" cy="9525"/>
          </a:xfrm>
          <a:prstGeom xmlns:a="http://schemas.openxmlformats.org/drawingml/2006/main" prst="rect">
            <a:avLst/>
          </a:prstGeom>
          <a:solidFill xmlns:a="http://schemas.openxmlformats.org/drawingml/2006/main">
            <a:srgbClr val="33556E"/>
          </a:solidFill>
          <a:ln xmlns:a="http://schemas.openxmlformats.org/drawingml/2006/main" w="0">
            <a:solidFill>
              <a:srgbClr val="33556E"/>
            </a:solidFill>
            <a:prstDash val="solid"/>
          </a:ln>
        </p:spPr>
      </p:sp>
      <p:sp>
        <p:nvSpPr>
          <p:cNvPr id="13" name="">
            <a:extLst xmlns:a="http://schemas.openxmlformats.org/drawingml/2006/main">
              <a:ext uri="{FF2B5EF4-FFF2-40B4-BE49-F238E27FC236}">
                <a16:creationId xmlns:a16="http://schemas.microsoft.com/office/drawing/2014/main" id="{8FF978CC-7598-474E-B971-8563E5A3DC7B}"/>
              </a:ext>
            </a:extLst>
          </p:cNvPr>
          <p:cNvSpPr>
            <a:spLocks xmlns:a="http://schemas.openxmlformats.org/drawingml/2006/main" noGrp="1"/>
          </p:cNvSpPr>
          <p:nvPr/>
        </p:nvSpPr>
        <p:spPr>
          <a:xfrm xmlns:a="http://schemas.openxmlformats.org/drawingml/2006/main">
            <a:off x="552450" y="6543675"/>
            <a:ext cx="3048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a:solidFill>
                  <a:srgbClr val="94AFBC"/>
                </a:solidFill>
              </a:defRPr>
            </a:pPr>
            <a:r>
              <a:rPr sz="750">
                <a:solidFill>
                  <a:srgbClr val="94AFBC"/>
                </a:solidFill>
              </a:rPr>
              <a:t>DECK 07  |  TEACHABLE MACHINE</a:t>
            </a:r>
          </a:p>
        </p:txBody>
      </p:sp>
    </p:spTree>
    <p:extLst>
      <p:ext uri="{BB962C8B-B14F-4D97-AF65-F5344CB8AC3E}">
        <p14:creationId xmlns:p14="http://schemas.microsoft.com/office/powerpoint/2010/main" val="840651396"/>
      </p:ext>
    </p:extLst>
  </p:cSld>
</p:sld>
</file>

<file path=ppt/slides/slide2.xml><?xml version="1.0" encoding="utf-8"?>
<p:sld xmlns:p="http://schemas.openxmlformats.org/presentationml/2006/main">
  <p:cSld>
    <p:bg>
      <p:bgPr>
        <a:solidFill xmlns:a="http://schemas.openxmlformats.org/drawingml/2006/main">
          <a:srgbClr val="EEF3F5"/>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D6C109D-8811-449C-8408-37B6DA43D05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1B3A"/>
          </a:solidFill>
          <a:ln xmlns:a="http://schemas.openxmlformats.org/drawingml/2006/main" w="0">
            <a:solidFill>
              <a:srgbClr val="001B3A"/>
            </a:solidFill>
            <a:prstDash val="solid"/>
          </a:ln>
        </p:spPr>
      </p:sp>
      <p:sp>
        <p:nvSpPr>
          <p:cNvPr id="2" name="">
            <a:extLst xmlns:a="http://schemas.openxmlformats.org/drawingml/2006/main">
              <a:ext uri="{FF2B5EF4-FFF2-40B4-BE49-F238E27FC236}">
                <a16:creationId xmlns:a16="http://schemas.microsoft.com/office/drawing/2014/main" id="{BB56A7FA-D395-47E5-974F-DDAD30A43DAA}"/>
              </a:ext>
            </a:extLst>
          </p:cNvPr>
          <p:cNvSpPr>
            <a:spLocks xmlns:a="http://schemas.openxmlformats.org/drawingml/2006/main" noGrp="1"/>
          </p:cNvSpPr>
          <p:nvPr/>
        </p:nvSpPr>
        <p:spPr>
          <a:xfrm xmlns:a="http://schemas.openxmlformats.org/drawingml/2006/main">
            <a:off x="0" y="95250"/>
            <a:ext cx="12192000" cy="47625"/>
          </a:xfrm>
          <a:prstGeom xmlns:a="http://schemas.openxmlformats.org/drawingml/2006/main" prst="rect">
            <a:avLst/>
          </a:prstGeom>
          <a:solidFill xmlns:a="http://schemas.openxmlformats.org/drawingml/2006/main">
            <a:srgbClr val="008C95"/>
          </a:solidFill>
          <a:ln xmlns:a="http://schemas.openxmlformats.org/drawingml/2006/main" w="0">
            <a:solidFill>
              <a:srgbClr val="008C95"/>
            </a:solidFill>
            <a:prstDash val="solid"/>
          </a:ln>
        </p:spPr>
      </p:sp>
      <p:sp>
        <p:nvSpPr>
          <p:cNvPr id="3" name="">
            <a:extLst xmlns:a="http://schemas.openxmlformats.org/drawingml/2006/main">
              <a:ext uri="{FF2B5EF4-FFF2-40B4-BE49-F238E27FC236}">
                <a16:creationId xmlns:a16="http://schemas.microsoft.com/office/drawing/2014/main" id="{564237D7-3E55-4DAA-954F-9DF1A366C152}"/>
              </a:ext>
            </a:extLst>
          </p:cNvPr>
          <p:cNvSpPr>
            <a:spLocks xmlns:a="http://schemas.openxmlformats.org/drawingml/2006/main" noGrp="1"/>
          </p:cNvSpPr>
          <p:nvPr/>
        </p:nvSpPr>
        <p:spPr>
          <a:xfrm xmlns:a="http://schemas.openxmlformats.org/drawingml/2006/main">
            <a:off x="514350" y="295275"/>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8C95"/>
                </a:solidFill>
              </a:defRPr>
            </a:pPr>
            <a:r>
              <a:rPr sz="900" b="1">
                <a:solidFill>
                  <a:srgbClr val="008C95"/>
                </a:solidFill>
              </a:rPr>
              <a:t>TEACHABLE MACHINE / 02</a:t>
            </a:r>
          </a:p>
        </p:txBody>
      </p:sp>
      <p:sp>
        <p:nvSpPr>
          <p:cNvPr id="4" name="">
            <a:extLst xmlns:a="http://schemas.openxmlformats.org/drawingml/2006/main">
              <a:ext uri="{FF2B5EF4-FFF2-40B4-BE49-F238E27FC236}">
                <a16:creationId xmlns:a16="http://schemas.microsoft.com/office/drawing/2014/main" id="{1CC9BFCF-DC1C-4A1A-86FC-4F3EA0E62577}"/>
              </a:ext>
            </a:extLst>
          </p:cNvPr>
          <p:cNvSpPr>
            <a:spLocks xmlns:a="http://schemas.openxmlformats.org/drawingml/2006/main" noGrp="1"/>
          </p:cNvSpPr>
          <p:nvPr/>
        </p:nvSpPr>
        <p:spPr>
          <a:xfrm xmlns:a="http://schemas.openxmlformats.org/drawingml/2006/main">
            <a:off x="514350" y="5429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C9A227"/>
                </a:solidFill>
              </a:defRPr>
            </a:pPr>
            <a:r>
              <a:rPr sz="750" b="1">
                <a:solidFill>
                  <a:srgbClr val="C9A227"/>
                </a:solidFill>
              </a:rPr>
              <a:t>START THE PROJECT</a:t>
            </a:r>
          </a:p>
        </p:txBody>
      </p:sp>
      <p:sp>
        <p:nvSpPr>
          <p:cNvPr id="5" name="">
            <a:extLst xmlns:a="http://schemas.openxmlformats.org/drawingml/2006/main">
              <a:ext uri="{FF2B5EF4-FFF2-40B4-BE49-F238E27FC236}">
                <a16:creationId xmlns:a16="http://schemas.microsoft.com/office/drawing/2014/main" id="{412C829A-F3E2-45BD-ABAE-6BF0500901FA}"/>
              </a:ext>
            </a:extLst>
          </p:cNvPr>
          <p:cNvSpPr>
            <a:spLocks xmlns:a="http://schemas.openxmlformats.org/drawingml/2006/main" noGrp="1"/>
          </p:cNvSpPr>
          <p:nvPr/>
        </p:nvSpPr>
        <p:spPr>
          <a:xfrm xmlns:a="http://schemas.openxmlformats.org/drawingml/2006/main">
            <a:off x="514350" y="762000"/>
            <a:ext cx="1004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01B3A"/>
                </a:solidFill>
              </a:defRPr>
            </a:pPr>
            <a:r>
              <a:rPr sz="2700" b="1">
                <a:solidFill>
                  <a:srgbClr val="001B3A"/>
                </a:solidFill>
              </a:rPr>
              <a:t>Choose a standard image model</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a72238f5d4e42dd"/>
          <a:stretch xmlns:a="http://schemas.openxmlformats.org/drawingml/2006/main"/>
        </p:blipFill>
        <p:spPr>
          <a:xfrm xmlns:a="http://schemas.openxmlformats.org/drawingml/2006/main">
            <a:off x="11258550" y="399746"/>
            <a:ext cx="457200" cy="22920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5A004A0-D7BD-49A1-825B-9D51D7F0D8E6}"/>
              </a:ext>
            </a:extLst>
          </p:cNvPr>
          <p:cNvSpPr>
            <a:spLocks xmlns:a="http://schemas.openxmlformats.org/drawingml/2006/main" noGrp="1"/>
          </p:cNvSpPr>
          <p:nvPr/>
        </p:nvSpPr>
        <p:spPr>
          <a:xfrm xmlns:a="http://schemas.openxmlformats.org/drawingml/2006/main">
            <a:off x="514350" y="6505575"/>
            <a:ext cx="11163300" cy="9525"/>
          </a:xfrm>
          <a:prstGeom xmlns:a="http://schemas.openxmlformats.org/drawingml/2006/main" prst="rect">
            <a:avLst/>
          </a:prstGeom>
          <a:solidFill xmlns:a="http://schemas.openxmlformats.org/drawingml/2006/main">
            <a:srgbClr val="B8C7CF"/>
          </a:solidFill>
          <a:ln xmlns:a="http://schemas.openxmlformats.org/drawingml/2006/main" w="0">
            <a:solidFill>
              <a:srgbClr val="B8C7CF"/>
            </a:solidFill>
            <a:prstDash val="solid"/>
          </a:ln>
        </p:spPr>
      </p:sp>
      <p:sp>
        <p:nvSpPr>
          <p:cNvPr id="8" name="">
            <a:extLst xmlns:a="http://schemas.openxmlformats.org/drawingml/2006/main">
              <a:ext uri="{FF2B5EF4-FFF2-40B4-BE49-F238E27FC236}">
                <a16:creationId xmlns:a16="http://schemas.microsoft.com/office/drawing/2014/main" id="{1C8C9AE5-BCEF-4101-8A2E-D1186948FDA1}"/>
              </a:ext>
            </a:extLst>
          </p:cNvPr>
          <p:cNvSpPr>
            <a:spLocks xmlns:a="http://schemas.openxmlformats.org/drawingml/2006/main" noGrp="1"/>
          </p:cNvSpPr>
          <p:nvPr/>
        </p:nvSpPr>
        <p:spPr>
          <a:xfrm xmlns:a="http://schemas.openxmlformats.org/drawingml/2006/main">
            <a:off x="514350" y="6572250"/>
            <a:ext cx="42862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a:solidFill>
                  <a:srgbClr val="536A7B"/>
                </a:solidFill>
              </a:defRPr>
            </a:pPr>
            <a:r>
              <a:rPr sz="675">
                <a:solidFill>
                  <a:srgbClr val="536A7B"/>
                </a:solidFill>
              </a:rPr>
              <a:t>WRC | HOPPER STUDIO | INFORMATION SERIES</a:t>
            </a:r>
          </a:p>
        </p:txBody>
      </p:sp>
      <p:sp>
        <p:nvSpPr>
          <p:cNvPr id="9" name="">
            <a:extLst xmlns:a="http://schemas.openxmlformats.org/drawingml/2006/main">
              <a:ext uri="{FF2B5EF4-FFF2-40B4-BE49-F238E27FC236}">
                <a16:creationId xmlns:a16="http://schemas.microsoft.com/office/drawing/2014/main" id="{4C4857D8-E310-4DD7-8DBA-8443BE44ACBA}"/>
              </a:ext>
            </a:extLst>
          </p:cNvPr>
          <p:cNvSpPr>
            <a:spLocks xmlns:a="http://schemas.openxmlformats.org/drawingml/2006/main" noGrp="1"/>
          </p:cNvSpPr>
          <p:nvPr/>
        </p:nvSpPr>
        <p:spPr>
          <a:xfrm xmlns:a="http://schemas.openxmlformats.org/drawingml/2006/main">
            <a:off x="10953750" y="6572250"/>
            <a:ext cx="72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a:solidFill>
                  <a:srgbClr val="536A7B"/>
                </a:solidFill>
              </a:defRPr>
            </a:pPr>
            <a:r>
              <a:rPr sz="675">
                <a:solidFill>
                  <a:srgbClr val="536A7B"/>
                </a:solidFill>
              </a:rPr>
              <a:t>2 / 10</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6f54951ec1c4e55"/>
          <a:stretch xmlns:a="http://schemas.openxmlformats.org/drawingml/2006/main"/>
        </p:blipFill>
        <p:spPr>
          <a:xfrm xmlns:a="http://schemas.openxmlformats.org/drawingml/2006/main">
            <a:off x="552450" y="1863391"/>
            <a:ext cx="7810500" cy="2959768"/>
          </a:xfrm>
          <a:prstGeom xmlns:a="http://schemas.openxmlformats.org/drawingml/2006/main" prst="roundRect">
            <a:avLst>
              <a:gd name="adj" fmla="val 3429"/>
            </a:avLst>
          </a:prstGeom>
        </p:spPr>
      </p:pic>
      <p:sp>
        <p:nvSpPr>
          <p:cNvPr id="11" name="">
            <a:extLst xmlns:a="http://schemas.openxmlformats.org/drawingml/2006/main">
              <a:ext uri="{FF2B5EF4-FFF2-40B4-BE49-F238E27FC236}">
                <a16:creationId xmlns:a16="http://schemas.microsoft.com/office/drawing/2014/main" id="{5F76ABE3-5FC7-4FF5-BD15-276B11DD5532}"/>
              </a:ext>
            </a:extLst>
          </p:cNvPr>
          <p:cNvSpPr>
            <a:spLocks xmlns:a="http://schemas.openxmlformats.org/drawingml/2006/main" noGrp="1"/>
          </p:cNvSpPr>
          <p:nvPr/>
        </p:nvSpPr>
        <p:spPr>
          <a:xfrm xmlns:a="http://schemas.openxmlformats.org/drawingml/2006/main">
            <a:off x="8763000" y="1619250"/>
            <a:ext cx="2857500" cy="3219450"/>
          </a:xfrm>
          <a:prstGeom xmlns:a="http://schemas.openxmlformats.org/drawingml/2006/main" prst="roundRect">
            <a:avLst>
              <a:gd name="adj" fmla="val 4000"/>
            </a:avLst>
          </a:prstGeom>
          <a:solidFill xmlns:a="http://schemas.openxmlformats.org/drawingml/2006/main">
            <a:srgbClr val="FFFFFF"/>
          </a:solidFill>
          <a:ln xmlns:a="http://schemas.openxmlformats.org/drawingml/2006/main" w="14288">
            <a:solidFill>
              <a:srgbClr val="C6D4DB"/>
            </a:solidFill>
            <a:prstDash val="solid"/>
          </a:ln>
        </p:spPr>
      </p:sp>
      <p:sp>
        <p:nvSpPr>
          <p:cNvPr id="12" name="">
            <a:extLst xmlns:a="http://schemas.openxmlformats.org/drawingml/2006/main">
              <a:ext uri="{FF2B5EF4-FFF2-40B4-BE49-F238E27FC236}">
                <a16:creationId xmlns:a16="http://schemas.microsoft.com/office/drawing/2014/main" id="{F1D9B16B-52A4-4785-A288-AC74E550E40F}"/>
              </a:ext>
            </a:extLst>
          </p:cNvPr>
          <p:cNvSpPr>
            <a:spLocks xmlns:a="http://schemas.openxmlformats.org/drawingml/2006/main" noGrp="1"/>
          </p:cNvSpPr>
          <p:nvPr/>
        </p:nvSpPr>
        <p:spPr>
          <a:xfrm xmlns:a="http://schemas.openxmlformats.org/drawingml/2006/main">
            <a:off x="8763000" y="1619250"/>
            <a:ext cx="66675" cy="3219450"/>
          </a:xfrm>
          <a:prstGeom xmlns:a="http://schemas.openxmlformats.org/drawingml/2006/main" prst="rect">
            <a:avLst/>
          </a:prstGeom>
          <a:solidFill xmlns:a="http://schemas.openxmlformats.org/drawingml/2006/main">
            <a:srgbClr val="008C95"/>
          </a:solidFill>
          <a:ln xmlns:a="http://schemas.openxmlformats.org/drawingml/2006/main" w="0">
            <a:solidFill>
              <a:srgbClr val="008C95"/>
            </a:solidFill>
            <a:prstDash val="solid"/>
          </a:ln>
        </p:spPr>
      </p:sp>
      <p:sp>
        <p:nvSpPr>
          <p:cNvPr id="13" name="">
            <a:extLst xmlns:a="http://schemas.openxmlformats.org/drawingml/2006/main">
              <a:ext uri="{FF2B5EF4-FFF2-40B4-BE49-F238E27FC236}">
                <a16:creationId xmlns:a16="http://schemas.microsoft.com/office/drawing/2014/main" id="{B06CBF95-4331-4919-AC89-B34857B1B66E}"/>
              </a:ext>
            </a:extLst>
          </p:cNvPr>
          <p:cNvSpPr>
            <a:spLocks xmlns:a="http://schemas.openxmlformats.org/drawingml/2006/main" noGrp="1"/>
          </p:cNvSpPr>
          <p:nvPr/>
        </p:nvSpPr>
        <p:spPr>
          <a:xfrm xmlns:a="http://schemas.openxmlformats.org/drawingml/2006/main">
            <a:off x="8991600" y="1809750"/>
            <a:ext cx="2438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1B3A"/>
                </a:solidFill>
              </a:defRPr>
            </a:pPr>
            <a:r>
              <a:rPr sz="1500" b="1">
                <a:solidFill>
                  <a:srgbClr val="001B3A"/>
                </a:solidFill>
              </a:rPr>
              <a:t>For Hopper Studio</a:t>
            </a:r>
          </a:p>
        </p:txBody>
      </p:sp>
      <p:sp>
        <p:nvSpPr>
          <p:cNvPr id="14" name="">
            <a:extLst xmlns:a="http://schemas.openxmlformats.org/drawingml/2006/main">
              <a:ext uri="{FF2B5EF4-FFF2-40B4-BE49-F238E27FC236}">
                <a16:creationId xmlns:a16="http://schemas.microsoft.com/office/drawing/2014/main" id="{E6A57F8F-2556-4AD1-8BE6-06741322FEC2}"/>
              </a:ext>
            </a:extLst>
          </p:cNvPr>
          <p:cNvSpPr>
            <a:spLocks xmlns:a="http://schemas.openxmlformats.org/drawingml/2006/main" noGrp="1"/>
          </p:cNvSpPr>
          <p:nvPr/>
        </p:nvSpPr>
        <p:spPr>
          <a:xfrm xmlns:a="http://schemas.openxmlformats.org/drawingml/2006/main">
            <a:off x="8991600" y="2200275"/>
            <a:ext cx="2438400"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0D2843"/>
                </a:solidFill>
              </a:defRPr>
            </a:pPr>
            <a:r>
              <a:rPr sz="1275">
                <a:solidFill>
                  <a:srgbClr val="0D2843"/>
                </a:solidFill>
              </a:rPr>
              <a:t>• Select Image Project.</a:t>
            </a:r>
          </a:p>
          <a:p xmlns:a="http://schemas.openxmlformats.org/drawingml/2006/main">
            <a:pPr>
              <a:defRPr sz="1275">
                <a:solidFill>
                  <a:srgbClr val="0D2843"/>
                </a:solidFill>
              </a:defRPr>
            </a:pPr>
            <a:r>
              <a:rPr sz="1275">
                <a:solidFill>
                  <a:srgbClr val="0D2843"/>
                </a:solidFill>
              </a:rPr>
              <a:t>• Choose Standard image model.</a:t>
            </a:r>
          </a:p>
          <a:p xmlns:a="http://schemas.openxmlformats.org/drawingml/2006/main">
            <a:pPr>
              <a:defRPr sz="1275">
                <a:solidFill>
                  <a:srgbClr val="0D2843"/>
                </a:solidFill>
              </a:defRPr>
            </a:pPr>
            <a:r>
              <a:rPr sz="1275">
                <a:solidFill>
                  <a:srgbClr val="0D2843"/>
                </a:solidFill>
              </a:rPr>
              <a:t>• Export TensorFlow.js files after training.</a:t>
            </a:r>
          </a:p>
          <a:p xmlns:a="http://schemas.openxmlformats.org/drawingml/2006/main">
            <a:pPr>
              <a:defRPr sz="1275">
                <a:solidFill>
                  <a:srgbClr val="0D2843"/>
                </a:solidFill>
              </a:defRPr>
            </a:pPr>
            <a:r>
              <a:rPr sz="1275">
                <a:solidFill>
                  <a:srgbClr val="0D2843"/>
                </a:solidFill>
              </a:rPr>
              <a:t>• Keep model.json, weights.bin, and metadata.json together.</a:t>
            </a:r>
          </a:p>
        </p:txBody>
      </p:sp>
      <p:sp>
        <p:nvSpPr>
          <p:cNvPr id="15" name="">
            <a:extLst xmlns:a="http://schemas.openxmlformats.org/drawingml/2006/main">
              <a:ext uri="{FF2B5EF4-FFF2-40B4-BE49-F238E27FC236}">
                <a16:creationId xmlns:a16="http://schemas.microsoft.com/office/drawing/2014/main" id="{40120714-E860-4BBE-B4CA-968B497EDCDE}"/>
              </a:ext>
            </a:extLst>
          </p:cNvPr>
          <p:cNvSpPr>
            <a:spLocks xmlns:a="http://schemas.openxmlformats.org/drawingml/2006/main" noGrp="1"/>
          </p:cNvSpPr>
          <p:nvPr/>
        </p:nvSpPr>
        <p:spPr>
          <a:xfrm xmlns:a="http://schemas.openxmlformats.org/drawingml/2006/main">
            <a:off x="552450" y="5257800"/>
            <a:ext cx="11068050" cy="781050"/>
          </a:xfrm>
          <a:prstGeom xmlns:a="http://schemas.openxmlformats.org/drawingml/2006/main" prst="roundRect">
            <a:avLst>
              <a:gd name="adj" fmla="val 14634"/>
            </a:avLst>
          </a:prstGeom>
          <a:solidFill xmlns:a="http://schemas.openxmlformats.org/drawingml/2006/main">
            <a:srgbClr val="F5EFCF"/>
          </a:solidFill>
          <a:ln xmlns:a="http://schemas.openxmlformats.org/drawingml/2006/main" w="14288">
            <a:solidFill>
              <a:srgbClr val="C9A227"/>
            </a:solidFill>
            <a:prstDash val="solid"/>
          </a:ln>
        </p:spPr>
      </p:sp>
      <p:sp>
        <p:nvSpPr>
          <p:cNvPr id="16" name="">
            <a:extLst xmlns:a="http://schemas.openxmlformats.org/drawingml/2006/main">
              <a:ext uri="{FF2B5EF4-FFF2-40B4-BE49-F238E27FC236}">
                <a16:creationId xmlns:a16="http://schemas.microsoft.com/office/drawing/2014/main" id="{25DBEC01-46A0-41A1-B3B2-DB9BA46035F1}"/>
              </a:ext>
            </a:extLst>
          </p:cNvPr>
          <p:cNvSpPr>
            <a:spLocks xmlns:a="http://schemas.openxmlformats.org/drawingml/2006/main" noGrp="1"/>
          </p:cNvSpPr>
          <p:nvPr/>
        </p:nvSpPr>
        <p:spPr>
          <a:xfrm xmlns:a="http://schemas.openxmlformats.org/drawingml/2006/main">
            <a:off x="857250" y="5505450"/>
            <a:ext cx="1045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01B3A"/>
                </a:solidFill>
              </a:defRPr>
            </a:pPr>
            <a:r>
              <a:rPr sz="1200" b="1">
                <a:solidFill>
                  <a:srgbClr val="001B3A"/>
                </a:solidFill>
              </a:rPr>
              <a:t>Use Standard image model: 224×224 color input and TensorFlow.js export. The embedded option targets microcontrollers.</a:t>
            </a:r>
          </a:p>
        </p:txBody>
      </p:sp>
    </p:spTree>
    <p:extLst>
      <p:ext uri="{BB962C8B-B14F-4D97-AF65-F5344CB8AC3E}">
        <p14:creationId xmlns:p14="http://schemas.microsoft.com/office/powerpoint/2010/main" val="1354192979"/>
      </p:ext>
    </p:extLst>
  </p:cSld>
</p:sld>
</file>

<file path=ppt/slides/slide3.xml><?xml version="1.0" encoding="utf-8"?>
<p:sld xmlns:p="http://schemas.openxmlformats.org/presentationml/2006/main">
  <p:cSld>
    <p:bg>
      <p:bgPr>
        <a:solidFill xmlns:a="http://schemas.openxmlformats.org/drawingml/2006/main">
          <a:srgbClr val="EEF3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4D531B2-EC5F-464A-AE89-32DF6412204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1B3A"/>
          </a:solidFill>
          <a:ln xmlns:a="http://schemas.openxmlformats.org/drawingml/2006/main" w="0">
            <a:solidFill>
              <a:srgbClr val="001B3A"/>
            </a:solidFill>
            <a:prstDash val="solid"/>
          </a:ln>
        </p:spPr>
      </p:sp>
      <p:sp>
        <p:nvSpPr>
          <p:cNvPr id="2" name="">
            <a:extLst xmlns:a="http://schemas.openxmlformats.org/drawingml/2006/main">
              <a:ext uri="{FF2B5EF4-FFF2-40B4-BE49-F238E27FC236}">
                <a16:creationId xmlns:a16="http://schemas.microsoft.com/office/drawing/2014/main" id="{724D0FD7-5F83-4918-BD2B-30775055188D}"/>
              </a:ext>
            </a:extLst>
          </p:cNvPr>
          <p:cNvSpPr>
            <a:spLocks xmlns:a="http://schemas.openxmlformats.org/drawingml/2006/main" noGrp="1"/>
          </p:cNvSpPr>
          <p:nvPr/>
        </p:nvSpPr>
        <p:spPr>
          <a:xfrm xmlns:a="http://schemas.openxmlformats.org/drawingml/2006/main">
            <a:off x="0" y="95250"/>
            <a:ext cx="12192000" cy="47625"/>
          </a:xfrm>
          <a:prstGeom xmlns:a="http://schemas.openxmlformats.org/drawingml/2006/main" prst="rect">
            <a:avLst/>
          </a:prstGeom>
          <a:solidFill xmlns:a="http://schemas.openxmlformats.org/drawingml/2006/main">
            <a:srgbClr val="008C95"/>
          </a:solidFill>
          <a:ln xmlns:a="http://schemas.openxmlformats.org/drawingml/2006/main" w="0">
            <a:solidFill>
              <a:srgbClr val="008C95"/>
            </a:solidFill>
            <a:prstDash val="solid"/>
          </a:ln>
        </p:spPr>
      </p:sp>
      <p:sp>
        <p:nvSpPr>
          <p:cNvPr id="3" name="">
            <a:extLst xmlns:a="http://schemas.openxmlformats.org/drawingml/2006/main">
              <a:ext uri="{FF2B5EF4-FFF2-40B4-BE49-F238E27FC236}">
                <a16:creationId xmlns:a16="http://schemas.microsoft.com/office/drawing/2014/main" id="{1ED95022-5950-4A44-9496-10209B15CE5D}"/>
              </a:ext>
            </a:extLst>
          </p:cNvPr>
          <p:cNvSpPr>
            <a:spLocks xmlns:a="http://schemas.openxmlformats.org/drawingml/2006/main" noGrp="1"/>
          </p:cNvSpPr>
          <p:nvPr/>
        </p:nvSpPr>
        <p:spPr>
          <a:xfrm xmlns:a="http://schemas.openxmlformats.org/drawingml/2006/main">
            <a:off x="514350" y="295275"/>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8C95"/>
                </a:solidFill>
              </a:defRPr>
            </a:pPr>
            <a:r>
              <a:rPr sz="900" b="1">
                <a:solidFill>
                  <a:srgbClr val="008C95"/>
                </a:solidFill>
              </a:rPr>
              <a:t>TEACHABLE MACHINE / 03</a:t>
            </a:r>
          </a:p>
        </p:txBody>
      </p:sp>
      <p:sp>
        <p:nvSpPr>
          <p:cNvPr id="4" name="">
            <a:extLst xmlns:a="http://schemas.openxmlformats.org/drawingml/2006/main">
              <a:ext uri="{FF2B5EF4-FFF2-40B4-BE49-F238E27FC236}">
                <a16:creationId xmlns:a16="http://schemas.microsoft.com/office/drawing/2014/main" id="{21ED94E1-56B7-4007-B2E3-8B772EB5C206}"/>
              </a:ext>
            </a:extLst>
          </p:cNvPr>
          <p:cNvSpPr>
            <a:spLocks xmlns:a="http://schemas.openxmlformats.org/drawingml/2006/main" noGrp="1"/>
          </p:cNvSpPr>
          <p:nvPr/>
        </p:nvSpPr>
        <p:spPr>
          <a:xfrm xmlns:a="http://schemas.openxmlformats.org/drawingml/2006/main">
            <a:off x="514350" y="5429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C9A227"/>
                </a:solidFill>
              </a:defRPr>
            </a:pPr>
            <a:r>
              <a:rPr sz="750" b="1">
                <a:solidFill>
                  <a:srgbClr val="C9A227"/>
                </a:solidFill>
              </a:rPr>
              <a:t>CLASS DESIGN</a:t>
            </a:r>
          </a:p>
        </p:txBody>
      </p:sp>
      <p:sp>
        <p:nvSpPr>
          <p:cNvPr id="5" name="">
            <a:extLst xmlns:a="http://schemas.openxmlformats.org/drawingml/2006/main">
              <a:ext uri="{FF2B5EF4-FFF2-40B4-BE49-F238E27FC236}">
                <a16:creationId xmlns:a16="http://schemas.microsoft.com/office/drawing/2014/main" id="{8FF56DF3-C7B1-45BB-B1A0-E16E7587CC04}"/>
              </a:ext>
            </a:extLst>
          </p:cNvPr>
          <p:cNvSpPr>
            <a:spLocks xmlns:a="http://schemas.openxmlformats.org/drawingml/2006/main" noGrp="1"/>
          </p:cNvSpPr>
          <p:nvPr/>
        </p:nvSpPr>
        <p:spPr>
          <a:xfrm xmlns:a="http://schemas.openxmlformats.org/drawingml/2006/main">
            <a:off x="514350" y="762000"/>
            <a:ext cx="1004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01B3A"/>
                </a:solidFill>
              </a:defRPr>
            </a:pPr>
            <a:r>
              <a:rPr sz="2700" b="1">
                <a:solidFill>
                  <a:srgbClr val="001B3A"/>
                </a:solidFill>
              </a:rPr>
              <a:t>Custom labels are the advantage—“other” is the guardrail</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fa256783839446a7"/>
          <a:stretch xmlns:a="http://schemas.openxmlformats.org/drawingml/2006/main"/>
        </p:blipFill>
        <p:spPr>
          <a:xfrm xmlns:a="http://schemas.openxmlformats.org/drawingml/2006/main">
            <a:off x="11258550" y="399746"/>
            <a:ext cx="457200" cy="22920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351FB42-C59B-4F3B-8738-228F1BCFC416}"/>
              </a:ext>
            </a:extLst>
          </p:cNvPr>
          <p:cNvSpPr>
            <a:spLocks xmlns:a="http://schemas.openxmlformats.org/drawingml/2006/main" noGrp="1"/>
          </p:cNvSpPr>
          <p:nvPr/>
        </p:nvSpPr>
        <p:spPr>
          <a:xfrm xmlns:a="http://schemas.openxmlformats.org/drawingml/2006/main">
            <a:off x="514350" y="6505575"/>
            <a:ext cx="11163300" cy="9525"/>
          </a:xfrm>
          <a:prstGeom xmlns:a="http://schemas.openxmlformats.org/drawingml/2006/main" prst="rect">
            <a:avLst/>
          </a:prstGeom>
          <a:solidFill xmlns:a="http://schemas.openxmlformats.org/drawingml/2006/main">
            <a:srgbClr val="B8C7CF"/>
          </a:solidFill>
          <a:ln xmlns:a="http://schemas.openxmlformats.org/drawingml/2006/main" w="0">
            <a:solidFill>
              <a:srgbClr val="B8C7CF"/>
            </a:solidFill>
            <a:prstDash val="solid"/>
          </a:ln>
        </p:spPr>
      </p:sp>
      <p:sp>
        <p:nvSpPr>
          <p:cNvPr id="8" name="">
            <a:extLst xmlns:a="http://schemas.openxmlformats.org/drawingml/2006/main">
              <a:ext uri="{FF2B5EF4-FFF2-40B4-BE49-F238E27FC236}">
                <a16:creationId xmlns:a16="http://schemas.microsoft.com/office/drawing/2014/main" id="{79A00D81-F6D2-4AD9-A4DF-764972F92FE5}"/>
              </a:ext>
            </a:extLst>
          </p:cNvPr>
          <p:cNvSpPr>
            <a:spLocks xmlns:a="http://schemas.openxmlformats.org/drawingml/2006/main" noGrp="1"/>
          </p:cNvSpPr>
          <p:nvPr/>
        </p:nvSpPr>
        <p:spPr>
          <a:xfrm xmlns:a="http://schemas.openxmlformats.org/drawingml/2006/main">
            <a:off x="514350" y="6572250"/>
            <a:ext cx="42862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a:solidFill>
                  <a:srgbClr val="536A7B"/>
                </a:solidFill>
              </a:defRPr>
            </a:pPr>
            <a:r>
              <a:rPr sz="675">
                <a:solidFill>
                  <a:srgbClr val="536A7B"/>
                </a:solidFill>
              </a:rPr>
              <a:t>WRC | HOPPER STUDIO | INFORMATION SERIES</a:t>
            </a:r>
          </a:p>
        </p:txBody>
      </p:sp>
      <p:sp>
        <p:nvSpPr>
          <p:cNvPr id="9" name="">
            <a:extLst xmlns:a="http://schemas.openxmlformats.org/drawingml/2006/main">
              <a:ext uri="{FF2B5EF4-FFF2-40B4-BE49-F238E27FC236}">
                <a16:creationId xmlns:a16="http://schemas.microsoft.com/office/drawing/2014/main" id="{42CED68F-78A7-40E8-8593-CA5CF1581608}"/>
              </a:ext>
            </a:extLst>
          </p:cNvPr>
          <p:cNvSpPr>
            <a:spLocks xmlns:a="http://schemas.openxmlformats.org/drawingml/2006/main" noGrp="1"/>
          </p:cNvSpPr>
          <p:nvPr/>
        </p:nvSpPr>
        <p:spPr>
          <a:xfrm xmlns:a="http://schemas.openxmlformats.org/drawingml/2006/main">
            <a:off x="10953750" y="6572250"/>
            <a:ext cx="72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a:solidFill>
                  <a:srgbClr val="536A7B"/>
                </a:solidFill>
              </a:defRPr>
            </a:pPr>
            <a:r>
              <a:rPr sz="675">
                <a:solidFill>
                  <a:srgbClr val="536A7B"/>
                </a:solidFill>
              </a:rPr>
              <a:t>3 / 10</a:t>
            </a:r>
          </a:p>
        </p:txBody>
      </p:sp>
      <p:sp>
        <p:nvSpPr>
          <p:cNvPr id="10" name="">
            <a:extLst xmlns:a="http://schemas.openxmlformats.org/drawingml/2006/main">
              <a:ext uri="{FF2B5EF4-FFF2-40B4-BE49-F238E27FC236}">
                <a16:creationId xmlns:a16="http://schemas.microsoft.com/office/drawing/2014/main" id="{A1233749-CEEF-416C-AC05-EA2008F39483}"/>
              </a:ext>
            </a:extLst>
          </p:cNvPr>
          <p:cNvSpPr>
            <a:spLocks xmlns:a="http://schemas.openxmlformats.org/drawingml/2006/main" noGrp="1"/>
          </p:cNvSpPr>
          <p:nvPr/>
        </p:nvSpPr>
        <p:spPr>
          <a:xfrm xmlns:a="http://schemas.openxmlformats.org/drawingml/2006/main">
            <a:off x="609600" y="1695450"/>
            <a:ext cx="240030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288">
            <a:solidFill>
              <a:srgbClr val="D94F5C"/>
            </a:solidFill>
            <a:prstDash val="solid"/>
          </a:ln>
        </p:spPr>
      </p:sp>
      <p:sp>
        <p:nvSpPr>
          <p:cNvPr id="11" name="">
            <a:extLst xmlns:a="http://schemas.openxmlformats.org/drawingml/2006/main">
              <a:ext uri="{FF2B5EF4-FFF2-40B4-BE49-F238E27FC236}">
                <a16:creationId xmlns:a16="http://schemas.microsoft.com/office/drawing/2014/main" id="{3C7D56B7-ACDC-4D20-8241-CECCBC1D3C9D}"/>
              </a:ext>
            </a:extLst>
          </p:cNvPr>
          <p:cNvSpPr>
            <a:spLocks xmlns:a="http://schemas.openxmlformats.org/drawingml/2006/main" noGrp="1"/>
          </p:cNvSpPr>
          <p:nvPr/>
        </p:nvSpPr>
        <p:spPr>
          <a:xfrm xmlns:a="http://schemas.openxmlformats.org/drawingml/2006/main">
            <a:off x="800100" y="1885950"/>
            <a:ext cx="2019300" cy="304800"/>
          </a:xfrm>
          <a:prstGeom xmlns:a="http://schemas.openxmlformats.org/drawingml/2006/main" prst="roundRect">
            <a:avLst>
              <a:gd name="adj" fmla="val 50000"/>
            </a:avLst>
          </a:prstGeom>
          <a:solidFill xmlns:a="http://schemas.openxmlformats.org/drawingml/2006/main">
            <a:srgbClr val="D94F5C"/>
          </a:solidFill>
          <a:ln xmlns:a="http://schemas.openxmlformats.org/drawingml/2006/main" w="14288">
            <a:solidFill>
              <a:srgbClr val="D94F5C"/>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RED FLAG</a:t>
            </a:r>
          </a:p>
        </p:txBody>
      </p:sp>
      <p:sp>
        <p:nvSpPr>
          <p:cNvPr id="12" name="">
            <a:extLst xmlns:a="http://schemas.openxmlformats.org/drawingml/2006/main">
              <a:ext uri="{FF2B5EF4-FFF2-40B4-BE49-F238E27FC236}">
                <a16:creationId xmlns:a16="http://schemas.microsoft.com/office/drawing/2014/main" id="{15CC12A0-4836-4190-8334-6FEF672D051B}"/>
              </a:ext>
            </a:extLst>
          </p:cNvPr>
          <p:cNvSpPr>
            <a:spLocks xmlns:a="http://schemas.openxmlformats.org/drawingml/2006/main" noGrp="1"/>
          </p:cNvSpPr>
          <p:nvPr/>
        </p:nvSpPr>
        <p:spPr>
          <a:xfrm xmlns:a="http://schemas.openxmlformats.org/drawingml/2006/main">
            <a:off x="838200" y="2428875"/>
            <a:ext cx="1943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0D2843"/>
                </a:solidFill>
              </a:defRPr>
            </a:pPr>
            <a:r>
              <a:rPr sz="1275">
                <a:solidFill>
                  <a:srgbClr val="0D2843"/>
                </a:solidFill>
              </a:rPr>
              <a:t>Red fabric, multiple angles</a:t>
            </a:r>
          </a:p>
        </p:txBody>
      </p:sp>
      <p:sp>
        <p:nvSpPr>
          <p:cNvPr id="13" name="">
            <a:extLst xmlns:a="http://schemas.openxmlformats.org/drawingml/2006/main">
              <a:ext uri="{FF2B5EF4-FFF2-40B4-BE49-F238E27FC236}">
                <a16:creationId xmlns:a16="http://schemas.microsoft.com/office/drawing/2014/main" id="{98569AD1-83B5-4B6F-9975-AE2A2BC1F7B4}"/>
              </a:ext>
            </a:extLst>
          </p:cNvPr>
          <p:cNvSpPr>
            <a:spLocks xmlns:a="http://schemas.openxmlformats.org/drawingml/2006/main" noGrp="1"/>
          </p:cNvSpPr>
          <p:nvPr/>
        </p:nvSpPr>
        <p:spPr>
          <a:xfrm xmlns:a="http://schemas.openxmlformats.org/drawingml/2006/main">
            <a:off x="3352800" y="1695450"/>
            <a:ext cx="240030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288">
            <a:solidFill>
              <a:srgbClr val="062B4D"/>
            </a:solidFill>
            <a:prstDash val="solid"/>
          </a:ln>
        </p:spPr>
      </p:sp>
      <p:sp>
        <p:nvSpPr>
          <p:cNvPr id="14" name="">
            <a:extLst xmlns:a="http://schemas.openxmlformats.org/drawingml/2006/main">
              <a:ext uri="{FF2B5EF4-FFF2-40B4-BE49-F238E27FC236}">
                <a16:creationId xmlns:a16="http://schemas.microsoft.com/office/drawing/2014/main" id="{391713B8-901C-4406-AF62-FD2E48E92788}"/>
              </a:ext>
            </a:extLst>
          </p:cNvPr>
          <p:cNvSpPr>
            <a:spLocks xmlns:a="http://schemas.openxmlformats.org/drawingml/2006/main" noGrp="1"/>
          </p:cNvSpPr>
          <p:nvPr/>
        </p:nvSpPr>
        <p:spPr>
          <a:xfrm xmlns:a="http://schemas.openxmlformats.org/drawingml/2006/main">
            <a:off x="3543300" y="1885950"/>
            <a:ext cx="2019300" cy="304800"/>
          </a:xfrm>
          <a:prstGeom xmlns:a="http://schemas.openxmlformats.org/drawingml/2006/main" prst="roundRect">
            <a:avLst>
              <a:gd name="adj" fmla="val 50000"/>
            </a:avLst>
          </a:prstGeom>
          <a:solidFill xmlns:a="http://schemas.openxmlformats.org/drawingml/2006/main">
            <a:srgbClr val="062B4D"/>
          </a:solidFill>
          <a:ln xmlns:a="http://schemas.openxmlformats.org/drawingml/2006/main" w="14288">
            <a:solidFill>
              <a:srgbClr val="062B4D"/>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BLUE FLAG</a:t>
            </a:r>
          </a:p>
        </p:txBody>
      </p:sp>
      <p:sp>
        <p:nvSpPr>
          <p:cNvPr id="15" name="">
            <a:extLst xmlns:a="http://schemas.openxmlformats.org/drawingml/2006/main">
              <a:ext uri="{FF2B5EF4-FFF2-40B4-BE49-F238E27FC236}">
                <a16:creationId xmlns:a16="http://schemas.microsoft.com/office/drawing/2014/main" id="{21276AF7-BC0C-4557-BC86-5E03063E8CCF}"/>
              </a:ext>
            </a:extLst>
          </p:cNvPr>
          <p:cNvSpPr>
            <a:spLocks xmlns:a="http://schemas.openxmlformats.org/drawingml/2006/main" noGrp="1"/>
          </p:cNvSpPr>
          <p:nvPr/>
        </p:nvSpPr>
        <p:spPr>
          <a:xfrm xmlns:a="http://schemas.openxmlformats.org/drawingml/2006/main">
            <a:off x="3581400" y="2428875"/>
            <a:ext cx="1943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0D2843"/>
                </a:solidFill>
              </a:defRPr>
            </a:pPr>
            <a:r>
              <a:rPr sz="1275">
                <a:solidFill>
                  <a:srgbClr val="0D2843"/>
                </a:solidFill>
              </a:rPr>
              <a:t>Blue fabric, multiple distances</a:t>
            </a:r>
          </a:p>
        </p:txBody>
      </p:sp>
      <p:sp>
        <p:nvSpPr>
          <p:cNvPr id="16" name="">
            <a:extLst xmlns:a="http://schemas.openxmlformats.org/drawingml/2006/main">
              <a:ext uri="{FF2B5EF4-FFF2-40B4-BE49-F238E27FC236}">
                <a16:creationId xmlns:a16="http://schemas.microsoft.com/office/drawing/2014/main" id="{EAFF64A5-1C57-4B49-B3AB-3FC029AE930D}"/>
              </a:ext>
            </a:extLst>
          </p:cNvPr>
          <p:cNvSpPr>
            <a:spLocks xmlns:a="http://schemas.openxmlformats.org/drawingml/2006/main" noGrp="1"/>
          </p:cNvSpPr>
          <p:nvPr/>
        </p:nvSpPr>
        <p:spPr>
          <a:xfrm xmlns:a="http://schemas.openxmlformats.org/drawingml/2006/main">
            <a:off x="6096000" y="1695450"/>
            <a:ext cx="2400300" cy="17145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288">
            <a:solidFill>
              <a:srgbClr val="008C95"/>
            </a:solidFill>
            <a:prstDash val="solid"/>
          </a:ln>
        </p:spPr>
      </p:sp>
      <p:sp>
        <p:nvSpPr>
          <p:cNvPr id="17" name="">
            <a:extLst xmlns:a="http://schemas.openxmlformats.org/drawingml/2006/main">
              <a:ext uri="{FF2B5EF4-FFF2-40B4-BE49-F238E27FC236}">
                <a16:creationId xmlns:a16="http://schemas.microsoft.com/office/drawing/2014/main" id="{53A947FD-B753-4E9C-83AB-33CAD08B821C}"/>
              </a:ext>
            </a:extLst>
          </p:cNvPr>
          <p:cNvSpPr>
            <a:spLocks xmlns:a="http://schemas.openxmlformats.org/drawingml/2006/main" noGrp="1"/>
          </p:cNvSpPr>
          <p:nvPr/>
        </p:nvSpPr>
        <p:spPr>
          <a:xfrm xmlns:a="http://schemas.openxmlformats.org/drawingml/2006/main">
            <a:off x="6286500" y="1885950"/>
            <a:ext cx="2019300" cy="304800"/>
          </a:xfrm>
          <a:prstGeom xmlns:a="http://schemas.openxmlformats.org/drawingml/2006/main" prst="roundRect">
            <a:avLst>
              <a:gd name="adj" fmla="val 50000"/>
            </a:avLst>
          </a:prstGeom>
          <a:solidFill xmlns:a="http://schemas.openxmlformats.org/drawingml/2006/main">
            <a:srgbClr val="008C95"/>
          </a:solidFill>
          <a:ln xmlns:a="http://schemas.openxmlformats.org/drawingml/2006/main" w="14288">
            <a:solidFill>
              <a:srgbClr val="008C95"/>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SAFE PAD</a:t>
            </a:r>
          </a:p>
        </p:txBody>
      </p:sp>
      <p:sp>
        <p:nvSpPr>
          <p:cNvPr id="18" name="">
            <a:extLst xmlns:a="http://schemas.openxmlformats.org/drawingml/2006/main">
              <a:ext uri="{FF2B5EF4-FFF2-40B4-BE49-F238E27FC236}">
                <a16:creationId xmlns:a16="http://schemas.microsoft.com/office/drawing/2014/main" id="{3EA59EE9-77E9-4BDF-A81D-14043672B0E5}"/>
              </a:ext>
            </a:extLst>
          </p:cNvPr>
          <p:cNvSpPr>
            <a:spLocks xmlns:a="http://schemas.openxmlformats.org/drawingml/2006/main" noGrp="1"/>
          </p:cNvSpPr>
          <p:nvPr/>
        </p:nvSpPr>
        <p:spPr>
          <a:xfrm xmlns:a="http://schemas.openxmlformats.org/drawingml/2006/main">
            <a:off x="6324600" y="2428875"/>
            <a:ext cx="1943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0D2843"/>
                </a:solidFill>
              </a:defRPr>
            </a:pPr>
            <a:r>
              <a:rPr sz="1275">
                <a:solidFill>
                  <a:srgbClr val="0D2843"/>
                </a:solidFill>
              </a:rPr>
              <a:t>Target pad under flight lighting</a:t>
            </a:r>
          </a:p>
        </p:txBody>
      </p:sp>
      <p:sp>
        <p:nvSpPr>
          <p:cNvPr id="19" name="">
            <a:extLst xmlns:a="http://schemas.openxmlformats.org/drawingml/2006/main">
              <a:ext uri="{FF2B5EF4-FFF2-40B4-BE49-F238E27FC236}">
                <a16:creationId xmlns:a16="http://schemas.microsoft.com/office/drawing/2014/main" id="{12293E1C-2DF6-4161-9D13-8CE587EC02B8}"/>
              </a:ext>
            </a:extLst>
          </p:cNvPr>
          <p:cNvSpPr>
            <a:spLocks xmlns:a="http://schemas.openxmlformats.org/drawingml/2006/main" noGrp="1"/>
          </p:cNvSpPr>
          <p:nvPr/>
        </p:nvSpPr>
        <p:spPr>
          <a:xfrm xmlns:a="http://schemas.openxmlformats.org/drawingml/2006/main">
            <a:off x="8839200" y="1695450"/>
            <a:ext cx="2400300" cy="1714500"/>
          </a:xfrm>
          <a:prstGeom xmlns:a="http://schemas.openxmlformats.org/drawingml/2006/main" prst="roundRect">
            <a:avLst>
              <a:gd name="adj" fmla="val 6667"/>
            </a:avLst>
          </a:prstGeom>
          <a:solidFill xmlns:a="http://schemas.openxmlformats.org/drawingml/2006/main">
            <a:srgbClr val="F5EFCF"/>
          </a:solidFill>
          <a:ln xmlns:a="http://schemas.openxmlformats.org/drawingml/2006/main" w="14288">
            <a:solidFill>
              <a:srgbClr val="C9A227"/>
            </a:solidFill>
            <a:prstDash val="solid"/>
          </a:ln>
        </p:spPr>
      </p:sp>
      <p:sp>
        <p:nvSpPr>
          <p:cNvPr id="20" name="">
            <a:extLst xmlns:a="http://schemas.openxmlformats.org/drawingml/2006/main">
              <a:ext uri="{FF2B5EF4-FFF2-40B4-BE49-F238E27FC236}">
                <a16:creationId xmlns:a16="http://schemas.microsoft.com/office/drawing/2014/main" id="{51EBD1E0-5691-47C6-904E-744DF97ACFBB}"/>
              </a:ext>
            </a:extLst>
          </p:cNvPr>
          <p:cNvSpPr>
            <a:spLocks xmlns:a="http://schemas.openxmlformats.org/drawingml/2006/main" noGrp="1"/>
          </p:cNvSpPr>
          <p:nvPr/>
        </p:nvSpPr>
        <p:spPr>
          <a:xfrm xmlns:a="http://schemas.openxmlformats.org/drawingml/2006/main">
            <a:off x="9029700" y="1885950"/>
            <a:ext cx="2019300" cy="304800"/>
          </a:xfrm>
          <a:prstGeom xmlns:a="http://schemas.openxmlformats.org/drawingml/2006/main" prst="roundRect">
            <a:avLst>
              <a:gd name="adj" fmla="val 50000"/>
            </a:avLst>
          </a:prstGeom>
          <a:solidFill xmlns:a="http://schemas.openxmlformats.org/drawingml/2006/main">
            <a:srgbClr val="C9A227"/>
          </a:solidFill>
          <a:ln xmlns:a="http://schemas.openxmlformats.org/drawingml/2006/main" w="14288">
            <a:solidFill>
              <a:srgbClr val="C9A227"/>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001B3A"/>
                </a:solidFill>
              </a:defRPr>
            </a:pPr>
            <a:r>
              <a:rPr sz="1050" b="1">
                <a:solidFill>
                  <a:srgbClr val="001B3A"/>
                </a:solidFill>
              </a:rPr>
              <a:t>OTHER / BACKGROUND</a:t>
            </a:r>
          </a:p>
        </p:txBody>
      </p:sp>
      <p:sp>
        <p:nvSpPr>
          <p:cNvPr id="21" name="">
            <a:extLst xmlns:a="http://schemas.openxmlformats.org/drawingml/2006/main">
              <a:ext uri="{FF2B5EF4-FFF2-40B4-BE49-F238E27FC236}">
                <a16:creationId xmlns:a16="http://schemas.microsoft.com/office/drawing/2014/main" id="{F93F354A-F65F-4E45-B6F0-241C7B3C2F46}"/>
              </a:ext>
            </a:extLst>
          </p:cNvPr>
          <p:cNvSpPr>
            <a:spLocks xmlns:a="http://schemas.openxmlformats.org/drawingml/2006/main" noGrp="1"/>
          </p:cNvSpPr>
          <p:nvPr/>
        </p:nvSpPr>
        <p:spPr>
          <a:xfrm xmlns:a="http://schemas.openxmlformats.org/drawingml/2006/main">
            <a:off x="9067800" y="2428875"/>
            <a:ext cx="1943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a:solidFill>
                  <a:srgbClr val="0D2843"/>
                </a:solidFill>
              </a:defRPr>
            </a:pPr>
            <a:r>
              <a:rPr sz="1275">
                <a:solidFill>
                  <a:srgbClr val="0D2843"/>
                </a:solidFill>
              </a:rPr>
              <a:t>Floor, walls, people, blur, empty room</a:t>
            </a:r>
          </a:p>
        </p:txBody>
      </p:sp>
      <p:sp>
        <p:nvSpPr>
          <p:cNvPr id="22" name="">
            <a:extLst xmlns:a="http://schemas.openxmlformats.org/drawingml/2006/main">
              <a:ext uri="{FF2B5EF4-FFF2-40B4-BE49-F238E27FC236}">
                <a16:creationId xmlns:a16="http://schemas.microsoft.com/office/drawing/2014/main" id="{C1E7A04E-D7F6-4013-B6FB-BDC97B40FABF}"/>
              </a:ext>
            </a:extLst>
          </p:cNvPr>
          <p:cNvSpPr>
            <a:spLocks xmlns:a="http://schemas.openxmlformats.org/drawingml/2006/main" noGrp="1"/>
          </p:cNvSpPr>
          <p:nvPr/>
        </p:nvSpPr>
        <p:spPr>
          <a:xfrm xmlns:a="http://schemas.openxmlformats.org/drawingml/2006/main">
            <a:off x="609600" y="3848100"/>
            <a:ext cx="10972800" cy="1790700"/>
          </a:xfrm>
          <a:prstGeom xmlns:a="http://schemas.openxmlformats.org/drawingml/2006/main" prst="roundRect">
            <a:avLst>
              <a:gd name="adj" fmla="val 6383"/>
            </a:avLst>
          </a:prstGeom>
          <a:solidFill xmlns:a="http://schemas.openxmlformats.org/drawingml/2006/main">
            <a:srgbClr val="FBE4E7"/>
          </a:solidFill>
          <a:ln xmlns:a="http://schemas.openxmlformats.org/drawingml/2006/main" w="14288">
            <a:solidFill>
              <a:srgbClr val="C6D4DB"/>
            </a:solidFill>
            <a:prstDash val="solid"/>
          </a:ln>
        </p:spPr>
      </p:sp>
      <p:sp>
        <p:nvSpPr>
          <p:cNvPr id="23" name="">
            <a:extLst xmlns:a="http://schemas.openxmlformats.org/drawingml/2006/main">
              <a:ext uri="{FF2B5EF4-FFF2-40B4-BE49-F238E27FC236}">
                <a16:creationId xmlns:a16="http://schemas.microsoft.com/office/drawing/2014/main" id="{994DC468-54BF-4EF2-8B5E-6A966E213181}"/>
              </a:ext>
            </a:extLst>
          </p:cNvPr>
          <p:cNvSpPr>
            <a:spLocks xmlns:a="http://schemas.openxmlformats.org/drawingml/2006/main" noGrp="1"/>
          </p:cNvSpPr>
          <p:nvPr/>
        </p:nvSpPr>
        <p:spPr>
          <a:xfrm xmlns:a="http://schemas.openxmlformats.org/drawingml/2006/main">
            <a:off x="609600" y="3848100"/>
            <a:ext cx="66675" cy="1790700"/>
          </a:xfrm>
          <a:prstGeom xmlns:a="http://schemas.openxmlformats.org/drawingml/2006/main" prst="rect">
            <a:avLst/>
          </a:prstGeom>
          <a:solidFill xmlns:a="http://schemas.openxmlformats.org/drawingml/2006/main">
            <a:srgbClr val="D94F5C"/>
          </a:solidFill>
          <a:ln xmlns:a="http://schemas.openxmlformats.org/drawingml/2006/main" w="0">
            <a:solidFill>
              <a:srgbClr val="D94F5C"/>
            </a:solidFill>
            <a:prstDash val="solid"/>
          </a:ln>
        </p:spPr>
      </p:sp>
      <p:sp>
        <p:nvSpPr>
          <p:cNvPr id="24" name="">
            <a:extLst xmlns:a="http://schemas.openxmlformats.org/drawingml/2006/main">
              <a:ext uri="{FF2B5EF4-FFF2-40B4-BE49-F238E27FC236}">
                <a16:creationId xmlns:a16="http://schemas.microsoft.com/office/drawing/2014/main" id="{2702017F-E5A3-4E67-8A0C-F8B29DA9D908}"/>
              </a:ext>
            </a:extLst>
          </p:cNvPr>
          <p:cNvSpPr>
            <a:spLocks xmlns:a="http://schemas.openxmlformats.org/drawingml/2006/main" noGrp="1"/>
          </p:cNvSpPr>
          <p:nvPr/>
        </p:nvSpPr>
        <p:spPr>
          <a:xfrm xmlns:a="http://schemas.openxmlformats.org/drawingml/2006/main">
            <a:off x="838200" y="4038600"/>
            <a:ext cx="10553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1B3A"/>
                </a:solidFill>
              </a:defRPr>
            </a:pPr>
            <a:r>
              <a:rPr sz="1500" b="1">
                <a:solidFill>
                  <a:srgbClr val="001B3A"/>
                </a:solidFill>
              </a:rPr>
              <a:t>Why the “other” class matters</a:t>
            </a:r>
          </a:p>
        </p:txBody>
      </p:sp>
      <p:sp>
        <p:nvSpPr>
          <p:cNvPr id="25" name="">
            <a:extLst xmlns:a="http://schemas.openxmlformats.org/drawingml/2006/main">
              <a:ext uri="{FF2B5EF4-FFF2-40B4-BE49-F238E27FC236}">
                <a16:creationId xmlns:a16="http://schemas.microsoft.com/office/drawing/2014/main" id="{36EC54DA-6765-4A02-871B-6CEC1BFE05ED}"/>
              </a:ext>
            </a:extLst>
          </p:cNvPr>
          <p:cNvSpPr>
            <a:spLocks xmlns:a="http://schemas.openxmlformats.org/drawingml/2006/main" noGrp="1"/>
          </p:cNvSpPr>
          <p:nvPr/>
        </p:nvSpPr>
        <p:spPr>
          <a:xfrm xmlns:a="http://schemas.openxmlformats.org/drawingml/2006/main">
            <a:off x="838200" y="4429125"/>
            <a:ext cx="105537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0D2843"/>
                </a:solidFill>
              </a:defRPr>
            </a:pPr>
            <a:r>
              <a:rPr sz="1275">
                <a:solidFill>
                  <a:srgbClr val="0D2843"/>
                </a:solidFill>
              </a:rPr>
              <a:t>• A classifier must distribute probability across the labels it knows.</a:t>
            </a:r>
          </a:p>
          <a:p xmlns:a="http://schemas.openxmlformats.org/drawingml/2006/main">
            <a:pPr>
              <a:defRPr sz="1275">
                <a:solidFill>
                  <a:srgbClr val="0D2843"/>
                </a:solidFill>
              </a:defRPr>
            </a:pPr>
            <a:r>
              <a:rPr sz="1275">
                <a:solidFill>
                  <a:srgbClr val="0D2843"/>
                </a:solidFill>
              </a:rPr>
              <a:t>• Without negative/background examples, an irrelevant frame can be forced into a mission label.</a:t>
            </a:r>
          </a:p>
          <a:p xmlns:a="http://schemas.openxmlformats.org/drawingml/2006/main">
            <a:pPr>
              <a:defRPr sz="1275">
                <a:solidFill>
                  <a:srgbClr val="0D2843"/>
                </a:solidFill>
              </a:defRPr>
            </a:pPr>
            <a:r>
              <a:rPr sz="1275">
                <a:solidFill>
                  <a:srgbClr val="0D2843"/>
                </a:solidFill>
              </a:rPr>
              <a:t>• Make “other” diverse: empty views, different floors, students, walls, shadows, motion blur, and anything you do not want to trigger.</a:t>
            </a:r>
          </a:p>
        </p:txBody>
      </p:sp>
      <p:sp>
        <p:nvSpPr>
          <p:cNvPr id="26" name="">
            <a:extLst xmlns:a="http://schemas.openxmlformats.org/drawingml/2006/main">
              <a:ext uri="{FF2B5EF4-FFF2-40B4-BE49-F238E27FC236}">
                <a16:creationId xmlns:a16="http://schemas.microsoft.com/office/drawing/2014/main" id="{E435C74C-F1B4-4AF7-A862-2B374C835CFF}"/>
              </a:ext>
            </a:extLst>
          </p:cNvPr>
          <p:cNvSpPr>
            <a:spLocks xmlns:a="http://schemas.openxmlformats.org/drawingml/2006/main" noGrp="1"/>
          </p:cNvSpPr>
          <p:nvPr/>
        </p:nvSpPr>
        <p:spPr>
          <a:xfrm xmlns:a="http://schemas.openxmlformats.org/drawingml/2006/main">
            <a:off x="1524000" y="5905500"/>
            <a:ext cx="914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01B3A"/>
                </a:solidFill>
              </a:defRPr>
            </a:pPr>
            <a:r>
              <a:rPr sz="1500" b="1">
                <a:solidFill>
                  <a:srgbClr val="001B3A"/>
                </a:solidFill>
              </a:rPr>
              <a:t>Choose labels that answer one mission question—and collect the world outside those labels.</a:t>
            </a:r>
          </a:p>
        </p:txBody>
      </p:sp>
    </p:spTree>
    <p:extLst>
      <p:ext uri="{BB962C8B-B14F-4D97-AF65-F5344CB8AC3E}">
        <p14:creationId xmlns:p14="http://schemas.microsoft.com/office/powerpoint/2010/main" val="1746155028"/>
      </p:ext>
    </p:extLst>
  </p:cSld>
</p:sld>
</file>

<file path=ppt/slides/slide4.xml><?xml version="1.0" encoding="utf-8"?>
<p:sld xmlns:p="http://schemas.openxmlformats.org/presentationml/2006/main">
  <p:cSld>
    <p:bg>
      <p:bgPr>
        <a:solidFill xmlns:a="http://schemas.openxmlformats.org/drawingml/2006/main">
          <a:srgbClr val="EEF3F5"/>
        </a:solidFill>
      </p:bgPr>
    </p:bg>
    <p:spTree>
      <p:nvGrpSpPr>
        <p:cNvPr id="1" name=""/>
        <p:cNvGrpSpPr/>
        <p:nvPr/>
      </p:nvGrpSpPr>
      <p:grpSpPr>
        <a:xfrm xmlns:a="http://schemas.openxmlformats.org/drawingml/2006/main"/>
      </p:grpSpPr>
      <p:sp>
        <p:nvSpPr>
          <p:cNvPr id="464" name="">
            <a:extLst xmlns:a="http://schemas.openxmlformats.org/drawingml/2006/main">
              <a:ext uri="{FF2B5EF4-FFF2-40B4-BE49-F238E27FC236}">
                <a16:creationId xmlns:a16="http://schemas.microsoft.com/office/drawing/2014/main" id="{BA21BB9D-2FD5-427C-9506-12A31555BFB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1B3A"/>
          </a:solidFill>
          <a:ln xmlns:a="http://schemas.openxmlformats.org/drawingml/2006/main" w="0">
            <a:solidFill>
              <a:srgbClr val="001B3A"/>
            </a:solidFill>
            <a:prstDash val="solid"/>
          </a:ln>
        </p:spPr>
      </p:sp>
      <p:sp>
        <p:nvSpPr>
          <p:cNvPr id="2" name="">
            <a:extLst xmlns:a="http://schemas.openxmlformats.org/drawingml/2006/main">
              <a:ext uri="{FF2B5EF4-FFF2-40B4-BE49-F238E27FC236}">
                <a16:creationId xmlns:a16="http://schemas.microsoft.com/office/drawing/2014/main" id="{10650194-54D8-4590-8FDC-0EFD95A6AB56}"/>
              </a:ext>
            </a:extLst>
          </p:cNvPr>
          <p:cNvSpPr>
            <a:spLocks xmlns:a="http://schemas.openxmlformats.org/drawingml/2006/main" noGrp="1"/>
          </p:cNvSpPr>
          <p:nvPr/>
        </p:nvSpPr>
        <p:spPr>
          <a:xfrm xmlns:a="http://schemas.openxmlformats.org/drawingml/2006/main">
            <a:off x="0" y="95250"/>
            <a:ext cx="12192000" cy="47625"/>
          </a:xfrm>
          <a:prstGeom xmlns:a="http://schemas.openxmlformats.org/drawingml/2006/main" prst="rect">
            <a:avLst/>
          </a:prstGeom>
          <a:solidFill xmlns:a="http://schemas.openxmlformats.org/drawingml/2006/main">
            <a:srgbClr val="008C95"/>
          </a:solidFill>
          <a:ln xmlns:a="http://schemas.openxmlformats.org/drawingml/2006/main" w="0">
            <a:solidFill>
              <a:srgbClr val="008C95"/>
            </a:solidFill>
            <a:prstDash val="solid"/>
          </a:ln>
        </p:spPr>
      </p:sp>
      <p:sp>
        <p:nvSpPr>
          <p:cNvPr id="3" name="">
            <a:extLst xmlns:a="http://schemas.openxmlformats.org/drawingml/2006/main">
              <a:ext uri="{FF2B5EF4-FFF2-40B4-BE49-F238E27FC236}">
                <a16:creationId xmlns:a16="http://schemas.microsoft.com/office/drawing/2014/main" id="{67AE101A-2672-409E-94D6-9CA13DEE395D}"/>
              </a:ext>
            </a:extLst>
          </p:cNvPr>
          <p:cNvSpPr>
            <a:spLocks xmlns:a="http://schemas.openxmlformats.org/drawingml/2006/main" noGrp="1"/>
          </p:cNvSpPr>
          <p:nvPr/>
        </p:nvSpPr>
        <p:spPr>
          <a:xfrm xmlns:a="http://schemas.openxmlformats.org/drawingml/2006/main">
            <a:off x="514350" y="295275"/>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8C95"/>
                </a:solidFill>
              </a:defRPr>
            </a:pPr>
            <a:r>
              <a:rPr sz="900" b="1">
                <a:solidFill>
                  <a:srgbClr val="008C95"/>
                </a:solidFill>
              </a:rPr>
              <a:t>TEACHABLE MACHINE / 04</a:t>
            </a:r>
          </a:p>
        </p:txBody>
      </p:sp>
      <p:sp>
        <p:nvSpPr>
          <p:cNvPr id="4" name="">
            <a:extLst xmlns:a="http://schemas.openxmlformats.org/drawingml/2006/main">
              <a:ext uri="{FF2B5EF4-FFF2-40B4-BE49-F238E27FC236}">
                <a16:creationId xmlns:a16="http://schemas.microsoft.com/office/drawing/2014/main" id="{7A089C9E-90E1-4A3A-A7EB-7EAC4A14D52A}"/>
              </a:ext>
            </a:extLst>
          </p:cNvPr>
          <p:cNvSpPr>
            <a:spLocks xmlns:a="http://schemas.openxmlformats.org/drawingml/2006/main" noGrp="1"/>
          </p:cNvSpPr>
          <p:nvPr/>
        </p:nvSpPr>
        <p:spPr>
          <a:xfrm xmlns:a="http://schemas.openxmlformats.org/drawingml/2006/main">
            <a:off x="514350" y="5429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C9A227"/>
                </a:solidFill>
              </a:defRPr>
            </a:pPr>
            <a:r>
              <a:rPr sz="750" b="1">
                <a:solidFill>
                  <a:srgbClr val="C9A227"/>
                </a:solidFill>
              </a:rPr>
              <a:t>CUSTOM NEURAL NETWORK</a:t>
            </a:r>
          </a:p>
        </p:txBody>
      </p:sp>
      <p:sp>
        <p:nvSpPr>
          <p:cNvPr id="5" name="">
            <a:extLst xmlns:a="http://schemas.openxmlformats.org/drawingml/2006/main">
              <a:ext uri="{FF2B5EF4-FFF2-40B4-BE49-F238E27FC236}">
                <a16:creationId xmlns:a16="http://schemas.microsoft.com/office/drawing/2014/main" id="{7CCC8E7C-F09E-4142-B9D2-B58B48FAEE36}"/>
              </a:ext>
            </a:extLst>
          </p:cNvPr>
          <p:cNvSpPr>
            <a:spLocks xmlns:a="http://schemas.openxmlformats.org/drawingml/2006/main" noGrp="1"/>
          </p:cNvSpPr>
          <p:nvPr/>
        </p:nvSpPr>
        <p:spPr>
          <a:xfrm xmlns:a="http://schemas.openxmlformats.org/drawingml/2006/main">
            <a:off x="514350" y="762000"/>
            <a:ext cx="1004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01B3A"/>
                </a:solidFill>
              </a:defRPr>
            </a:pPr>
            <a:r>
              <a:rPr sz="2700" b="1">
                <a:solidFill>
                  <a:srgbClr val="001B3A"/>
                </a:solidFill>
              </a:rPr>
              <a:t>Custom model: pixels → features → class scores</a:t>
            </a:r>
          </a:p>
        </p:txBody>
      </p:sp>
      <p:pic>
        <p:nvPicPr>
          <p:cNvPr id="469" name=""/>
          <p:cNvPicPr>
            <a:picLocks xmlns:a="http://schemas.openxmlformats.org/drawingml/2006/main" noChangeAspect="1"/>
          </p:cNvPicPr>
          <p:nvPr/>
        </p:nvPicPr>
        <p:blipFill>
          <a:blip xmlns:r="http://schemas.openxmlformats.org/officeDocument/2006/relationships" xmlns:a="http://schemas.openxmlformats.org/drawingml/2006/main" r:embed="R260dc8ae607f4e46"/>
          <a:stretch xmlns:a="http://schemas.openxmlformats.org/drawingml/2006/main"/>
        </p:blipFill>
        <p:spPr>
          <a:xfrm xmlns:a="http://schemas.openxmlformats.org/drawingml/2006/main">
            <a:off x="11258550" y="399746"/>
            <a:ext cx="457200" cy="22920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9F34825-A944-46F1-B89F-261B1018275F}"/>
              </a:ext>
            </a:extLst>
          </p:cNvPr>
          <p:cNvSpPr>
            <a:spLocks xmlns:a="http://schemas.openxmlformats.org/drawingml/2006/main" noGrp="1"/>
          </p:cNvSpPr>
          <p:nvPr/>
        </p:nvSpPr>
        <p:spPr>
          <a:xfrm xmlns:a="http://schemas.openxmlformats.org/drawingml/2006/main">
            <a:off x="514350" y="6505575"/>
            <a:ext cx="11163300" cy="9525"/>
          </a:xfrm>
          <a:prstGeom xmlns:a="http://schemas.openxmlformats.org/drawingml/2006/main" prst="rect">
            <a:avLst/>
          </a:prstGeom>
          <a:solidFill xmlns:a="http://schemas.openxmlformats.org/drawingml/2006/main">
            <a:srgbClr val="B8C7CF"/>
          </a:solidFill>
          <a:ln xmlns:a="http://schemas.openxmlformats.org/drawingml/2006/main" w="0">
            <a:solidFill>
              <a:srgbClr val="B8C7CF"/>
            </a:solidFill>
            <a:prstDash val="solid"/>
          </a:ln>
        </p:spPr>
      </p:sp>
      <p:sp>
        <p:nvSpPr>
          <p:cNvPr id="8" name="">
            <a:extLst xmlns:a="http://schemas.openxmlformats.org/drawingml/2006/main">
              <a:ext uri="{FF2B5EF4-FFF2-40B4-BE49-F238E27FC236}">
                <a16:creationId xmlns:a16="http://schemas.microsoft.com/office/drawing/2014/main" id="{72950A4D-1D62-444B-8F07-7EBC8BA3BEA8}"/>
              </a:ext>
            </a:extLst>
          </p:cNvPr>
          <p:cNvSpPr>
            <a:spLocks xmlns:a="http://schemas.openxmlformats.org/drawingml/2006/main" noGrp="1"/>
          </p:cNvSpPr>
          <p:nvPr/>
        </p:nvSpPr>
        <p:spPr>
          <a:xfrm xmlns:a="http://schemas.openxmlformats.org/drawingml/2006/main">
            <a:off x="514350" y="6572250"/>
            <a:ext cx="42862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a:solidFill>
                  <a:srgbClr val="536A7B"/>
                </a:solidFill>
              </a:defRPr>
            </a:pPr>
            <a:r>
              <a:rPr sz="675">
                <a:solidFill>
                  <a:srgbClr val="536A7B"/>
                </a:solidFill>
              </a:rPr>
              <a:t>WRC | HOPPER STUDIO | INFORMATION SERIES</a:t>
            </a:r>
          </a:p>
        </p:txBody>
      </p:sp>
      <p:sp>
        <p:nvSpPr>
          <p:cNvPr id="9" name="">
            <a:extLst xmlns:a="http://schemas.openxmlformats.org/drawingml/2006/main">
              <a:ext uri="{FF2B5EF4-FFF2-40B4-BE49-F238E27FC236}">
                <a16:creationId xmlns:a16="http://schemas.microsoft.com/office/drawing/2014/main" id="{EFA2C0C3-D02B-47E3-86EE-D1A53B4A37B3}"/>
              </a:ext>
            </a:extLst>
          </p:cNvPr>
          <p:cNvSpPr>
            <a:spLocks xmlns:a="http://schemas.openxmlformats.org/drawingml/2006/main" noGrp="1"/>
          </p:cNvSpPr>
          <p:nvPr/>
        </p:nvSpPr>
        <p:spPr>
          <a:xfrm xmlns:a="http://schemas.openxmlformats.org/drawingml/2006/main">
            <a:off x="10953750" y="6572250"/>
            <a:ext cx="72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a:solidFill>
                  <a:srgbClr val="536A7B"/>
                </a:solidFill>
              </a:defRPr>
            </a:pPr>
            <a:r>
              <a:rPr sz="675">
                <a:solidFill>
                  <a:srgbClr val="536A7B"/>
                </a:solidFill>
              </a:rPr>
              <a:t>4 / 10</a:t>
            </a:r>
          </a:p>
        </p:txBody>
      </p:sp>
      <p:sp>
        <p:nvSpPr>
          <p:cNvPr id="10" name="">
            <a:extLst xmlns:a="http://schemas.openxmlformats.org/drawingml/2006/main">
              <a:ext uri="{FF2B5EF4-FFF2-40B4-BE49-F238E27FC236}">
                <a16:creationId xmlns:a16="http://schemas.microsoft.com/office/drawing/2014/main" id="{16A94752-19AB-4F1B-883C-E99F8E4D2BC3}"/>
              </a:ext>
            </a:extLst>
          </p:cNvPr>
          <p:cNvSpPr>
            <a:spLocks xmlns:a="http://schemas.openxmlformats.org/drawingml/2006/main" noGrp="1"/>
          </p:cNvSpPr>
          <p:nvPr/>
        </p:nvSpPr>
        <p:spPr>
          <a:xfrm xmlns:a="http://schemas.openxmlformats.org/drawingml/2006/main">
            <a:off x="7524750" y="1219200"/>
            <a:ext cx="4057650" cy="304800"/>
          </a:xfrm>
          <a:prstGeom xmlns:a="http://schemas.openxmlformats.org/drawingml/2006/main" prst="roundRect">
            <a:avLst>
              <a:gd name="adj" fmla="val 50000"/>
            </a:avLst>
          </a:prstGeom>
          <a:solidFill xmlns:a="http://schemas.openxmlformats.org/drawingml/2006/main">
            <a:srgbClr val="D94F5C"/>
          </a:solidFill>
          <a:ln xmlns:a="http://schemas.openxmlformats.org/drawingml/2006/main" w="14288">
            <a:solidFill>
              <a:srgbClr val="D94F5C"/>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HOST-SIDE CLASSIFIER · NOT AN ONBOARD FLIGHT MODEL</a:t>
            </a:r>
          </a:p>
        </p:txBody>
      </p:sp>
      <p:sp>
        <p:nvSpPr>
          <p:cNvPr id="11" name="">
            <a:extLst xmlns:a="http://schemas.openxmlformats.org/drawingml/2006/main">
              <a:ext uri="{FF2B5EF4-FFF2-40B4-BE49-F238E27FC236}">
                <a16:creationId xmlns:a16="http://schemas.microsoft.com/office/drawing/2014/main" id="{252A02BC-81C1-40F1-9B66-1FDFCFA648C6}"/>
              </a:ext>
            </a:extLst>
          </p:cNvPr>
          <p:cNvSpPr>
            <a:spLocks xmlns:a="http://schemas.openxmlformats.org/drawingml/2006/main" noGrp="1"/>
          </p:cNvSpPr>
          <p:nvPr/>
        </p:nvSpPr>
        <p:spPr>
          <a:xfrm xmlns:a="http://schemas.openxmlformats.org/drawingml/2006/main">
            <a:off x="609600" y="1524000"/>
            <a:ext cx="2114550" cy="3695700"/>
          </a:xfrm>
          <a:prstGeom xmlns:a="http://schemas.openxmlformats.org/drawingml/2006/main" prst="roundRect">
            <a:avLst>
              <a:gd name="adj" fmla="val 5405"/>
            </a:avLst>
          </a:prstGeom>
          <a:solidFill xmlns:a="http://schemas.openxmlformats.org/drawingml/2006/main">
            <a:srgbClr val="FFFFFF"/>
          </a:solidFill>
          <a:ln xmlns:a="http://schemas.openxmlformats.org/drawingml/2006/main" w="14288">
            <a:solidFill>
              <a:srgbClr val="C3D2D9"/>
            </a:solidFill>
            <a:prstDash val="solid"/>
          </a:ln>
        </p:spPr>
      </p:sp>
      <p:sp>
        <p:nvSpPr>
          <p:cNvPr id="12" name="">
            <a:extLst xmlns:a="http://schemas.openxmlformats.org/drawingml/2006/main">
              <a:ext uri="{FF2B5EF4-FFF2-40B4-BE49-F238E27FC236}">
                <a16:creationId xmlns:a16="http://schemas.microsoft.com/office/drawing/2014/main" id="{1E4F30EB-2E70-4A41-BC06-735026D41BF2}"/>
              </a:ext>
            </a:extLst>
          </p:cNvPr>
          <p:cNvSpPr>
            <a:spLocks xmlns:a="http://schemas.openxmlformats.org/drawingml/2006/main" noGrp="1"/>
          </p:cNvSpPr>
          <p:nvPr/>
        </p:nvSpPr>
        <p:spPr>
          <a:xfrm xmlns:a="http://schemas.openxmlformats.org/drawingml/2006/main">
            <a:off x="800100" y="173355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08C95"/>
                </a:solidFill>
              </a:defRPr>
            </a:pPr>
            <a:r>
              <a:rPr sz="1350" b="1">
                <a:solidFill>
                  <a:srgbClr val="008C95"/>
                </a:solidFill>
              </a:rPr>
              <a:t>INPUT TENSOR</a:t>
            </a:r>
          </a:p>
        </p:txBody>
      </p:sp>
      <p:sp>
        <p:nvSpPr>
          <p:cNvPr id="13" name="">
            <a:extLst xmlns:a="http://schemas.openxmlformats.org/drawingml/2006/main">
              <a:ext uri="{FF2B5EF4-FFF2-40B4-BE49-F238E27FC236}">
                <a16:creationId xmlns:a16="http://schemas.microsoft.com/office/drawing/2014/main" id="{4C87041C-A7D3-402C-AA34-1A4AABDBF940}"/>
              </a:ext>
            </a:extLst>
          </p:cNvPr>
          <p:cNvSpPr>
            <a:spLocks xmlns:a="http://schemas.openxmlformats.org/drawingml/2006/main" noGrp="1"/>
          </p:cNvSpPr>
          <p:nvPr/>
        </p:nvSpPr>
        <p:spPr>
          <a:xfrm xmlns:a="http://schemas.openxmlformats.org/drawingml/2006/main">
            <a:off x="952500" y="2152650"/>
            <a:ext cx="171450" cy="171450"/>
          </a:xfrm>
          <a:prstGeom xmlns:a="http://schemas.openxmlformats.org/drawingml/2006/main" prst="rect">
            <a:avLst/>
          </a:prstGeom>
          <a:solidFill xmlns:a="http://schemas.openxmlformats.org/drawingml/2006/main">
            <a:srgbClr val="008C95"/>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4DEAF585-A100-4B4C-B7DB-0F54AFA88BFC}"/>
              </a:ext>
            </a:extLst>
          </p:cNvPr>
          <p:cNvSpPr>
            <a:spLocks xmlns:a="http://schemas.openxmlformats.org/drawingml/2006/main" noGrp="1"/>
          </p:cNvSpPr>
          <p:nvPr/>
        </p:nvSpPr>
        <p:spPr>
          <a:xfrm xmlns:a="http://schemas.openxmlformats.org/drawingml/2006/main">
            <a:off x="1143000" y="2152650"/>
            <a:ext cx="171450" cy="171450"/>
          </a:xfrm>
          <a:prstGeom xmlns:a="http://schemas.openxmlformats.org/drawingml/2006/main" prst="rect">
            <a:avLst/>
          </a:prstGeom>
          <a:solidFill xmlns:a="http://schemas.openxmlformats.org/drawingml/2006/main">
            <a:srgbClr val="C9A227"/>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4A275290-88F4-4EDF-96CA-2C15BFF44B1A}"/>
              </a:ext>
            </a:extLst>
          </p:cNvPr>
          <p:cNvSpPr>
            <a:spLocks xmlns:a="http://schemas.openxmlformats.org/drawingml/2006/main" noGrp="1"/>
          </p:cNvSpPr>
          <p:nvPr/>
        </p:nvSpPr>
        <p:spPr>
          <a:xfrm xmlns:a="http://schemas.openxmlformats.org/drawingml/2006/main">
            <a:off x="1333500" y="2152650"/>
            <a:ext cx="171450" cy="171450"/>
          </a:xfrm>
          <a:prstGeom xmlns:a="http://schemas.openxmlformats.org/drawingml/2006/main" prst="rect">
            <a:avLst/>
          </a:prstGeom>
          <a:solidFill xmlns:a="http://schemas.openxmlformats.org/drawingml/2006/main">
            <a:srgbClr val="001B3A"/>
          </a:solidFill>
          <a:ln xmlns:a="http://schemas.openxmlformats.org/drawingml/2006/main" w="9525">
            <a:solidFill>
              <a:srgbClr val="FFFFFF"/>
            </a:solidFill>
            <a:prstDash val="solid"/>
          </a:ln>
        </p:spPr>
      </p:sp>
      <p:sp>
        <p:nvSpPr>
          <p:cNvPr id="16" name="">
            <a:extLst xmlns:a="http://schemas.openxmlformats.org/drawingml/2006/main">
              <a:ext uri="{FF2B5EF4-FFF2-40B4-BE49-F238E27FC236}">
                <a16:creationId xmlns:a16="http://schemas.microsoft.com/office/drawing/2014/main" id="{ED51627D-7DD8-46A9-BF86-4D338306538C}"/>
              </a:ext>
            </a:extLst>
          </p:cNvPr>
          <p:cNvSpPr>
            <a:spLocks xmlns:a="http://schemas.openxmlformats.org/drawingml/2006/main" noGrp="1"/>
          </p:cNvSpPr>
          <p:nvPr/>
        </p:nvSpPr>
        <p:spPr>
          <a:xfrm xmlns:a="http://schemas.openxmlformats.org/drawingml/2006/main">
            <a:off x="1524000" y="2152650"/>
            <a:ext cx="171450" cy="171450"/>
          </a:xfrm>
          <a:prstGeom xmlns:a="http://schemas.openxmlformats.org/drawingml/2006/main" prst="rect">
            <a:avLst/>
          </a:prstGeom>
          <a:solidFill xmlns:a="http://schemas.openxmlformats.org/drawingml/2006/main">
            <a:srgbClr val="008C95"/>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2A14EA1B-337B-4E6B-B17E-3D8D206BFC73}"/>
              </a:ext>
            </a:extLst>
          </p:cNvPr>
          <p:cNvSpPr>
            <a:spLocks xmlns:a="http://schemas.openxmlformats.org/drawingml/2006/main" noGrp="1"/>
          </p:cNvSpPr>
          <p:nvPr/>
        </p:nvSpPr>
        <p:spPr>
          <a:xfrm xmlns:a="http://schemas.openxmlformats.org/drawingml/2006/main">
            <a:off x="1714500" y="2152650"/>
            <a:ext cx="171450" cy="171450"/>
          </a:xfrm>
          <a:prstGeom xmlns:a="http://schemas.openxmlformats.org/drawingml/2006/main" prst="rect">
            <a:avLst/>
          </a:prstGeom>
          <a:solidFill xmlns:a="http://schemas.openxmlformats.org/drawingml/2006/main">
            <a:srgbClr val="C9A227"/>
          </a:solidFill>
          <a:ln xmlns:a="http://schemas.openxmlformats.org/drawingml/2006/main" w="9525">
            <a:solidFill>
              <a:srgbClr val="FFFFFF"/>
            </a:solidFill>
            <a:prstDash val="solid"/>
          </a:ln>
        </p:spPr>
      </p:sp>
      <p:sp>
        <p:nvSpPr>
          <p:cNvPr id="18" name="">
            <a:extLst xmlns:a="http://schemas.openxmlformats.org/drawingml/2006/main">
              <a:ext uri="{FF2B5EF4-FFF2-40B4-BE49-F238E27FC236}">
                <a16:creationId xmlns:a16="http://schemas.microsoft.com/office/drawing/2014/main" id="{306355EC-735E-4510-A27B-8B622AED369C}"/>
              </a:ext>
            </a:extLst>
          </p:cNvPr>
          <p:cNvSpPr>
            <a:spLocks xmlns:a="http://schemas.openxmlformats.org/drawingml/2006/main" noGrp="1"/>
          </p:cNvSpPr>
          <p:nvPr/>
        </p:nvSpPr>
        <p:spPr>
          <a:xfrm xmlns:a="http://schemas.openxmlformats.org/drawingml/2006/main">
            <a:off x="1905000" y="2152650"/>
            <a:ext cx="171450" cy="171450"/>
          </a:xfrm>
          <a:prstGeom xmlns:a="http://schemas.openxmlformats.org/drawingml/2006/main" prst="rect">
            <a:avLst/>
          </a:prstGeom>
          <a:solidFill xmlns:a="http://schemas.openxmlformats.org/drawingml/2006/main">
            <a:srgbClr val="001B3A"/>
          </a:solidFill>
          <a:ln xmlns:a="http://schemas.openxmlformats.org/drawingml/2006/main" w="9525">
            <a:solidFill>
              <a:srgbClr val="FFFFFF"/>
            </a:solidFill>
            <a:prstDash val="solid"/>
          </a:ln>
        </p:spPr>
      </p:sp>
      <p:sp>
        <p:nvSpPr>
          <p:cNvPr id="19" name="">
            <a:extLst xmlns:a="http://schemas.openxmlformats.org/drawingml/2006/main">
              <a:ext uri="{FF2B5EF4-FFF2-40B4-BE49-F238E27FC236}">
                <a16:creationId xmlns:a16="http://schemas.microsoft.com/office/drawing/2014/main" id="{8A305115-56B0-4C7D-9401-6880E23EBE2F}"/>
              </a:ext>
            </a:extLst>
          </p:cNvPr>
          <p:cNvSpPr>
            <a:spLocks xmlns:a="http://schemas.openxmlformats.org/drawingml/2006/main" noGrp="1"/>
          </p:cNvSpPr>
          <p:nvPr/>
        </p:nvSpPr>
        <p:spPr>
          <a:xfrm xmlns:a="http://schemas.openxmlformats.org/drawingml/2006/main">
            <a:off x="2095500" y="2152650"/>
            <a:ext cx="171450" cy="171450"/>
          </a:xfrm>
          <a:prstGeom xmlns:a="http://schemas.openxmlformats.org/drawingml/2006/main" prst="rect">
            <a:avLst/>
          </a:prstGeom>
          <a:solidFill xmlns:a="http://schemas.openxmlformats.org/drawingml/2006/main">
            <a:srgbClr val="008C95"/>
          </a:solidFill>
          <a:ln xmlns:a="http://schemas.openxmlformats.org/drawingml/2006/main" w="9525">
            <a:solidFill>
              <a:srgbClr val="FFFFFF"/>
            </a:solidFill>
            <a:prstDash val="solid"/>
          </a:ln>
        </p:spPr>
      </p:sp>
      <p:sp>
        <p:nvSpPr>
          <p:cNvPr id="20" name="">
            <a:extLst xmlns:a="http://schemas.openxmlformats.org/drawingml/2006/main">
              <a:ext uri="{FF2B5EF4-FFF2-40B4-BE49-F238E27FC236}">
                <a16:creationId xmlns:a16="http://schemas.microsoft.com/office/drawing/2014/main" id="{984A3358-CE5A-4487-8335-2AE6BF70B0BB}"/>
              </a:ext>
            </a:extLst>
          </p:cNvPr>
          <p:cNvSpPr>
            <a:spLocks xmlns:a="http://schemas.openxmlformats.org/drawingml/2006/main" noGrp="1"/>
          </p:cNvSpPr>
          <p:nvPr/>
        </p:nvSpPr>
        <p:spPr>
          <a:xfrm xmlns:a="http://schemas.openxmlformats.org/drawingml/2006/main">
            <a:off x="952500" y="2343150"/>
            <a:ext cx="171450" cy="171450"/>
          </a:xfrm>
          <a:prstGeom xmlns:a="http://schemas.openxmlformats.org/drawingml/2006/main" prst="rect">
            <a:avLst/>
          </a:prstGeom>
          <a:solidFill xmlns:a="http://schemas.openxmlformats.org/drawingml/2006/main">
            <a:srgbClr val="14B8B4"/>
          </a:solidFill>
          <a:ln xmlns:a="http://schemas.openxmlformats.org/drawingml/2006/main" w="9525">
            <a:solidFill>
              <a:srgbClr val="FFFFFF"/>
            </a:solidFill>
            <a:prstDash val="solid"/>
          </a:ln>
        </p:spPr>
      </p:sp>
      <p:sp>
        <p:nvSpPr>
          <p:cNvPr id="21" name="">
            <a:extLst xmlns:a="http://schemas.openxmlformats.org/drawingml/2006/main">
              <a:ext uri="{FF2B5EF4-FFF2-40B4-BE49-F238E27FC236}">
                <a16:creationId xmlns:a16="http://schemas.microsoft.com/office/drawing/2014/main" id="{71D0E2CC-2348-4B26-830A-64593FBD4809}"/>
              </a:ext>
            </a:extLst>
          </p:cNvPr>
          <p:cNvSpPr>
            <a:spLocks xmlns:a="http://schemas.openxmlformats.org/drawingml/2006/main" noGrp="1"/>
          </p:cNvSpPr>
          <p:nvPr/>
        </p:nvSpPr>
        <p:spPr>
          <a:xfrm xmlns:a="http://schemas.openxmlformats.org/drawingml/2006/main">
            <a:off x="1143000" y="2343150"/>
            <a:ext cx="171450" cy="171450"/>
          </a:xfrm>
          <a:prstGeom xmlns:a="http://schemas.openxmlformats.org/drawingml/2006/main" prst="rect">
            <a:avLst/>
          </a:prstGeom>
          <a:solidFill xmlns:a="http://schemas.openxmlformats.org/drawingml/2006/main">
            <a:srgbClr val="D94F5C"/>
          </a:solidFill>
          <a:ln xmlns:a="http://schemas.openxmlformats.org/drawingml/2006/main" w="9525">
            <a:solidFill>
              <a:srgbClr val="FFFFFF"/>
            </a:solidFill>
            <a:prstDash val="solid"/>
          </a:ln>
        </p:spPr>
      </p:sp>
      <p:sp>
        <p:nvSpPr>
          <p:cNvPr id="22" name="">
            <a:extLst xmlns:a="http://schemas.openxmlformats.org/drawingml/2006/main">
              <a:ext uri="{FF2B5EF4-FFF2-40B4-BE49-F238E27FC236}">
                <a16:creationId xmlns:a16="http://schemas.microsoft.com/office/drawing/2014/main" id="{00DE77C8-31E0-4189-81B8-1F59A705880A}"/>
              </a:ext>
            </a:extLst>
          </p:cNvPr>
          <p:cNvSpPr>
            <a:spLocks xmlns:a="http://schemas.openxmlformats.org/drawingml/2006/main" noGrp="1"/>
          </p:cNvSpPr>
          <p:nvPr/>
        </p:nvSpPr>
        <p:spPr>
          <a:xfrm xmlns:a="http://schemas.openxmlformats.org/drawingml/2006/main">
            <a:off x="1333500" y="2343150"/>
            <a:ext cx="171450" cy="171450"/>
          </a:xfrm>
          <a:prstGeom xmlns:a="http://schemas.openxmlformats.org/drawingml/2006/main" prst="rect">
            <a:avLst/>
          </a:prstGeom>
          <a:solidFill xmlns:a="http://schemas.openxmlformats.org/drawingml/2006/main">
            <a:srgbClr val="062B4D"/>
          </a:solidFill>
          <a:ln xmlns:a="http://schemas.openxmlformats.org/drawingml/2006/main" w="9525">
            <a:solidFill>
              <a:srgbClr val="FFFFFF"/>
            </a:solidFill>
            <a:prstDash val="solid"/>
          </a:ln>
        </p:spPr>
      </p:sp>
      <p:sp>
        <p:nvSpPr>
          <p:cNvPr id="23" name="">
            <a:extLst xmlns:a="http://schemas.openxmlformats.org/drawingml/2006/main">
              <a:ext uri="{FF2B5EF4-FFF2-40B4-BE49-F238E27FC236}">
                <a16:creationId xmlns:a16="http://schemas.microsoft.com/office/drawing/2014/main" id="{32F0E42F-19B5-444F-8993-A07F9E5400B2}"/>
              </a:ext>
            </a:extLst>
          </p:cNvPr>
          <p:cNvSpPr>
            <a:spLocks xmlns:a="http://schemas.openxmlformats.org/drawingml/2006/main" noGrp="1"/>
          </p:cNvSpPr>
          <p:nvPr/>
        </p:nvSpPr>
        <p:spPr>
          <a:xfrm xmlns:a="http://schemas.openxmlformats.org/drawingml/2006/main">
            <a:off x="1524000" y="2343150"/>
            <a:ext cx="171450" cy="171450"/>
          </a:xfrm>
          <a:prstGeom xmlns:a="http://schemas.openxmlformats.org/drawingml/2006/main" prst="rect">
            <a:avLst/>
          </a:prstGeom>
          <a:solidFill xmlns:a="http://schemas.openxmlformats.org/drawingml/2006/main">
            <a:srgbClr val="14B8B4"/>
          </a:solidFill>
          <a:ln xmlns:a="http://schemas.openxmlformats.org/drawingml/2006/main" w="9525">
            <a:solidFill>
              <a:srgbClr val="FFFFFF"/>
            </a:solidFill>
            <a:prstDash val="solid"/>
          </a:ln>
        </p:spPr>
      </p:sp>
      <p:sp>
        <p:nvSpPr>
          <p:cNvPr id="24" name="">
            <a:extLst xmlns:a="http://schemas.openxmlformats.org/drawingml/2006/main">
              <a:ext uri="{FF2B5EF4-FFF2-40B4-BE49-F238E27FC236}">
                <a16:creationId xmlns:a16="http://schemas.microsoft.com/office/drawing/2014/main" id="{052419F5-6A13-40A9-A2EB-5E4C66290C94}"/>
              </a:ext>
            </a:extLst>
          </p:cNvPr>
          <p:cNvSpPr>
            <a:spLocks xmlns:a="http://schemas.openxmlformats.org/drawingml/2006/main" noGrp="1"/>
          </p:cNvSpPr>
          <p:nvPr/>
        </p:nvSpPr>
        <p:spPr>
          <a:xfrm xmlns:a="http://schemas.openxmlformats.org/drawingml/2006/main">
            <a:off x="1714500" y="2343150"/>
            <a:ext cx="171450" cy="171450"/>
          </a:xfrm>
          <a:prstGeom xmlns:a="http://schemas.openxmlformats.org/drawingml/2006/main" prst="rect">
            <a:avLst/>
          </a:prstGeom>
          <a:solidFill xmlns:a="http://schemas.openxmlformats.org/drawingml/2006/main">
            <a:srgbClr val="D94F5C"/>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5E67CAEC-E2BD-4A00-846E-3CCF872A0395}"/>
              </a:ext>
            </a:extLst>
          </p:cNvPr>
          <p:cNvSpPr>
            <a:spLocks xmlns:a="http://schemas.openxmlformats.org/drawingml/2006/main" noGrp="1"/>
          </p:cNvSpPr>
          <p:nvPr/>
        </p:nvSpPr>
        <p:spPr>
          <a:xfrm xmlns:a="http://schemas.openxmlformats.org/drawingml/2006/main">
            <a:off x="1905000" y="2343150"/>
            <a:ext cx="171450" cy="171450"/>
          </a:xfrm>
          <a:prstGeom xmlns:a="http://schemas.openxmlformats.org/drawingml/2006/main" prst="rect">
            <a:avLst/>
          </a:prstGeom>
          <a:solidFill xmlns:a="http://schemas.openxmlformats.org/drawingml/2006/main">
            <a:srgbClr val="062B4D"/>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D5B82B39-1FAD-4C4B-852E-2A105026C95A}"/>
              </a:ext>
            </a:extLst>
          </p:cNvPr>
          <p:cNvSpPr>
            <a:spLocks xmlns:a="http://schemas.openxmlformats.org/drawingml/2006/main" noGrp="1"/>
          </p:cNvSpPr>
          <p:nvPr/>
        </p:nvSpPr>
        <p:spPr>
          <a:xfrm xmlns:a="http://schemas.openxmlformats.org/drawingml/2006/main">
            <a:off x="2095500" y="2343150"/>
            <a:ext cx="171450" cy="171450"/>
          </a:xfrm>
          <a:prstGeom xmlns:a="http://schemas.openxmlformats.org/drawingml/2006/main" prst="rect">
            <a:avLst/>
          </a:prstGeom>
          <a:solidFill xmlns:a="http://schemas.openxmlformats.org/drawingml/2006/main">
            <a:srgbClr val="14B8B4"/>
          </a:solidFill>
          <a:ln xmlns:a="http://schemas.openxmlformats.org/drawingml/2006/main" w="9525">
            <a:solidFill>
              <a:srgbClr val="FFFFFF"/>
            </a:solidFill>
            <a:prstDash val="solid"/>
          </a:ln>
        </p:spPr>
      </p:sp>
      <p:sp>
        <p:nvSpPr>
          <p:cNvPr id="27" name="">
            <a:extLst xmlns:a="http://schemas.openxmlformats.org/drawingml/2006/main">
              <a:ext uri="{FF2B5EF4-FFF2-40B4-BE49-F238E27FC236}">
                <a16:creationId xmlns:a16="http://schemas.microsoft.com/office/drawing/2014/main" id="{B7C7128F-DBBD-428C-B7EB-8BEBD64C76F6}"/>
              </a:ext>
            </a:extLst>
          </p:cNvPr>
          <p:cNvSpPr>
            <a:spLocks xmlns:a="http://schemas.openxmlformats.org/drawingml/2006/main" noGrp="1"/>
          </p:cNvSpPr>
          <p:nvPr/>
        </p:nvSpPr>
        <p:spPr>
          <a:xfrm xmlns:a="http://schemas.openxmlformats.org/drawingml/2006/main">
            <a:off x="952500" y="2533650"/>
            <a:ext cx="171450" cy="171450"/>
          </a:xfrm>
          <a:prstGeom xmlns:a="http://schemas.openxmlformats.org/drawingml/2006/main" prst="rect">
            <a:avLst/>
          </a:prstGeom>
          <a:solidFill xmlns:a="http://schemas.openxmlformats.org/drawingml/2006/main">
            <a:srgbClr val="C9A227"/>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EAED7431-5C57-4019-A4CD-3D8B16DEE4D6}"/>
              </a:ext>
            </a:extLst>
          </p:cNvPr>
          <p:cNvSpPr>
            <a:spLocks xmlns:a="http://schemas.openxmlformats.org/drawingml/2006/main" noGrp="1"/>
          </p:cNvSpPr>
          <p:nvPr/>
        </p:nvSpPr>
        <p:spPr>
          <a:xfrm xmlns:a="http://schemas.openxmlformats.org/drawingml/2006/main">
            <a:off x="1143000" y="2533650"/>
            <a:ext cx="171450" cy="171450"/>
          </a:xfrm>
          <a:prstGeom xmlns:a="http://schemas.openxmlformats.org/drawingml/2006/main" prst="rect">
            <a:avLst/>
          </a:prstGeom>
          <a:solidFill xmlns:a="http://schemas.openxmlformats.org/drawingml/2006/main">
            <a:srgbClr val="001B3A"/>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E2EF659B-4C8B-4DCB-96BB-642F7FB5CE8C}"/>
              </a:ext>
            </a:extLst>
          </p:cNvPr>
          <p:cNvSpPr>
            <a:spLocks xmlns:a="http://schemas.openxmlformats.org/drawingml/2006/main" noGrp="1"/>
          </p:cNvSpPr>
          <p:nvPr/>
        </p:nvSpPr>
        <p:spPr>
          <a:xfrm xmlns:a="http://schemas.openxmlformats.org/drawingml/2006/main">
            <a:off x="1333500" y="2533650"/>
            <a:ext cx="171450" cy="171450"/>
          </a:xfrm>
          <a:prstGeom xmlns:a="http://schemas.openxmlformats.org/drawingml/2006/main" prst="rect">
            <a:avLst/>
          </a:prstGeom>
          <a:solidFill xmlns:a="http://schemas.openxmlformats.org/drawingml/2006/main">
            <a:srgbClr val="008C95"/>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B1E6C628-8FBC-494C-ABCE-15DC7ECC60B8}"/>
              </a:ext>
            </a:extLst>
          </p:cNvPr>
          <p:cNvSpPr>
            <a:spLocks xmlns:a="http://schemas.openxmlformats.org/drawingml/2006/main" noGrp="1"/>
          </p:cNvSpPr>
          <p:nvPr/>
        </p:nvSpPr>
        <p:spPr>
          <a:xfrm xmlns:a="http://schemas.openxmlformats.org/drawingml/2006/main">
            <a:off x="1524000" y="2533650"/>
            <a:ext cx="171450" cy="171450"/>
          </a:xfrm>
          <a:prstGeom xmlns:a="http://schemas.openxmlformats.org/drawingml/2006/main" prst="rect">
            <a:avLst/>
          </a:prstGeom>
          <a:solidFill xmlns:a="http://schemas.openxmlformats.org/drawingml/2006/main">
            <a:srgbClr val="C9A227"/>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10AB1535-2964-4E39-BDD8-DBD2C7731890}"/>
              </a:ext>
            </a:extLst>
          </p:cNvPr>
          <p:cNvSpPr>
            <a:spLocks xmlns:a="http://schemas.openxmlformats.org/drawingml/2006/main" noGrp="1"/>
          </p:cNvSpPr>
          <p:nvPr/>
        </p:nvSpPr>
        <p:spPr>
          <a:xfrm xmlns:a="http://schemas.openxmlformats.org/drawingml/2006/main">
            <a:off x="1714500" y="2533650"/>
            <a:ext cx="171450" cy="171450"/>
          </a:xfrm>
          <a:prstGeom xmlns:a="http://schemas.openxmlformats.org/drawingml/2006/main" prst="rect">
            <a:avLst/>
          </a:prstGeom>
          <a:solidFill xmlns:a="http://schemas.openxmlformats.org/drawingml/2006/main">
            <a:srgbClr val="001B3A"/>
          </a:solidFill>
          <a:ln xmlns:a="http://schemas.openxmlformats.org/drawingml/2006/main" w="9525">
            <a:solidFill>
              <a:srgbClr val="FFFFFF"/>
            </a:solidFill>
            <a:prstDash val="solid"/>
          </a:ln>
        </p:spPr>
      </p:sp>
      <p:sp>
        <p:nvSpPr>
          <p:cNvPr id="32" name="">
            <a:extLst xmlns:a="http://schemas.openxmlformats.org/drawingml/2006/main">
              <a:ext uri="{FF2B5EF4-FFF2-40B4-BE49-F238E27FC236}">
                <a16:creationId xmlns:a16="http://schemas.microsoft.com/office/drawing/2014/main" id="{32D7F02A-2C74-49DA-8848-A85DB80410E2}"/>
              </a:ext>
            </a:extLst>
          </p:cNvPr>
          <p:cNvSpPr>
            <a:spLocks xmlns:a="http://schemas.openxmlformats.org/drawingml/2006/main" noGrp="1"/>
          </p:cNvSpPr>
          <p:nvPr/>
        </p:nvSpPr>
        <p:spPr>
          <a:xfrm xmlns:a="http://schemas.openxmlformats.org/drawingml/2006/main">
            <a:off x="1905000" y="2533650"/>
            <a:ext cx="171450" cy="171450"/>
          </a:xfrm>
          <a:prstGeom xmlns:a="http://schemas.openxmlformats.org/drawingml/2006/main" prst="rect">
            <a:avLst/>
          </a:prstGeom>
          <a:solidFill xmlns:a="http://schemas.openxmlformats.org/drawingml/2006/main">
            <a:srgbClr val="008C95"/>
          </a:solidFill>
          <a:ln xmlns:a="http://schemas.openxmlformats.org/drawingml/2006/main" w="9525">
            <a:solidFill>
              <a:srgbClr val="FFFFFF"/>
            </a:solidFill>
            <a:prstDash val="solid"/>
          </a:ln>
        </p:spPr>
      </p:sp>
      <p:sp>
        <p:nvSpPr>
          <p:cNvPr id="33" name="">
            <a:extLst xmlns:a="http://schemas.openxmlformats.org/drawingml/2006/main">
              <a:ext uri="{FF2B5EF4-FFF2-40B4-BE49-F238E27FC236}">
                <a16:creationId xmlns:a16="http://schemas.microsoft.com/office/drawing/2014/main" id="{908D5EFC-A848-4051-A0CF-97B734DF42CA}"/>
              </a:ext>
            </a:extLst>
          </p:cNvPr>
          <p:cNvSpPr>
            <a:spLocks xmlns:a="http://schemas.openxmlformats.org/drawingml/2006/main" noGrp="1"/>
          </p:cNvSpPr>
          <p:nvPr/>
        </p:nvSpPr>
        <p:spPr>
          <a:xfrm xmlns:a="http://schemas.openxmlformats.org/drawingml/2006/main">
            <a:off x="2095500" y="2533650"/>
            <a:ext cx="171450" cy="171450"/>
          </a:xfrm>
          <a:prstGeom xmlns:a="http://schemas.openxmlformats.org/drawingml/2006/main" prst="rect">
            <a:avLst/>
          </a:prstGeom>
          <a:solidFill xmlns:a="http://schemas.openxmlformats.org/drawingml/2006/main">
            <a:srgbClr val="C9A227"/>
          </a:solidFill>
          <a:ln xmlns:a="http://schemas.openxmlformats.org/drawingml/2006/main" w="9525">
            <a:solidFill>
              <a:srgbClr val="FFFFFF"/>
            </a:solidFill>
            <a:prstDash val="solid"/>
          </a:ln>
        </p:spPr>
      </p:sp>
      <p:sp>
        <p:nvSpPr>
          <p:cNvPr id="34" name="">
            <a:extLst xmlns:a="http://schemas.openxmlformats.org/drawingml/2006/main">
              <a:ext uri="{FF2B5EF4-FFF2-40B4-BE49-F238E27FC236}">
                <a16:creationId xmlns:a16="http://schemas.microsoft.com/office/drawing/2014/main" id="{68BB3CB3-1920-49E5-A81F-FBFB13BDF5C9}"/>
              </a:ext>
            </a:extLst>
          </p:cNvPr>
          <p:cNvSpPr>
            <a:spLocks xmlns:a="http://schemas.openxmlformats.org/drawingml/2006/main" noGrp="1"/>
          </p:cNvSpPr>
          <p:nvPr/>
        </p:nvSpPr>
        <p:spPr>
          <a:xfrm xmlns:a="http://schemas.openxmlformats.org/drawingml/2006/main">
            <a:off x="952500" y="2724150"/>
            <a:ext cx="171450" cy="171450"/>
          </a:xfrm>
          <a:prstGeom xmlns:a="http://schemas.openxmlformats.org/drawingml/2006/main" prst="rect">
            <a:avLst/>
          </a:prstGeom>
          <a:solidFill xmlns:a="http://schemas.openxmlformats.org/drawingml/2006/main">
            <a:srgbClr val="D94F5C"/>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1549FA4E-8A11-4560-8AD9-57657B8804D3}"/>
              </a:ext>
            </a:extLst>
          </p:cNvPr>
          <p:cNvSpPr>
            <a:spLocks xmlns:a="http://schemas.openxmlformats.org/drawingml/2006/main" noGrp="1"/>
          </p:cNvSpPr>
          <p:nvPr/>
        </p:nvSpPr>
        <p:spPr>
          <a:xfrm xmlns:a="http://schemas.openxmlformats.org/drawingml/2006/main">
            <a:off x="1143000" y="2724150"/>
            <a:ext cx="171450" cy="171450"/>
          </a:xfrm>
          <a:prstGeom xmlns:a="http://schemas.openxmlformats.org/drawingml/2006/main" prst="rect">
            <a:avLst/>
          </a:prstGeom>
          <a:solidFill xmlns:a="http://schemas.openxmlformats.org/drawingml/2006/main">
            <a:srgbClr val="062B4D"/>
          </a:solidFill>
          <a:ln xmlns:a="http://schemas.openxmlformats.org/drawingml/2006/main" w="9525">
            <a:solidFill>
              <a:srgbClr val="FFFFFF"/>
            </a:solidFill>
            <a:prstDash val="solid"/>
          </a:ln>
        </p:spPr>
      </p:sp>
      <p:sp>
        <p:nvSpPr>
          <p:cNvPr id="36" name="">
            <a:extLst xmlns:a="http://schemas.openxmlformats.org/drawingml/2006/main">
              <a:ext uri="{FF2B5EF4-FFF2-40B4-BE49-F238E27FC236}">
                <a16:creationId xmlns:a16="http://schemas.microsoft.com/office/drawing/2014/main" id="{848FA462-C558-497A-A765-D2C0BF50DF04}"/>
              </a:ext>
            </a:extLst>
          </p:cNvPr>
          <p:cNvSpPr>
            <a:spLocks xmlns:a="http://schemas.openxmlformats.org/drawingml/2006/main" noGrp="1"/>
          </p:cNvSpPr>
          <p:nvPr/>
        </p:nvSpPr>
        <p:spPr>
          <a:xfrm xmlns:a="http://schemas.openxmlformats.org/drawingml/2006/main">
            <a:off x="1333500" y="2724150"/>
            <a:ext cx="171450" cy="171450"/>
          </a:xfrm>
          <a:prstGeom xmlns:a="http://schemas.openxmlformats.org/drawingml/2006/main" prst="rect">
            <a:avLst/>
          </a:prstGeom>
          <a:solidFill xmlns:a="http://schemas.openxmlformats.org/drawingml/2006/main">
            <a:srgbClr val="14B8B4"/>
          </a:solidFill>
          <a:ln xmlns:a="http://schemas.openxmlformats.org/drawingml/2006/main" w="9525">
            <a:solidFill>
              <a:srgbClr val="FFFFFF"/>
            </a:solidFill>
            <a:prstDash val="solid"/>
          </a:ln>
        </p:spPr>
      </p:sp>
      <p:sp>
        <p:nvSpPr>
          <p:cNvPr id="37" name="">
            <a:extLst xmlns:a="http://schemas.openxmlformats.org/drawingml/2006/main">
              <a:ext uri="{FF2B5EF4-FFF2-40B4-BE49-F238E27FC236}">
                <a16:creationId xmlns:a16="http://schemas.microsoft.com/office/drawing/2014/main" id="{2A0629DC-4BDB-4DBC-B222-101B1946E69C}"/>
              </a:ext>
            </a:extLst>
          </p:cNvPr>
          <p:cNvSpPr>
            <a:spLocks xmlns:a="http://schemas.openxmlformats.org/drawingml/2006/main" noGrp="1"/>
          </p:cNvSpPr>
          <p:nvPr/>
        </p:nvSpPr>
        <p:spPr>
          <a:xfrm xmlns:a="http://schemas.openxmlformats.org/drawingml/2006/main">
            <a:off x="1524000" y="2724150"/>
            <a:ext cx="171450" cy="171450"/>
          </a:xfrm>
          <a:prstGeom xmlns:a="http://schemas.openxmlformats.org/drawingml/2006/main" prst="rect">
            <a:avLst/>
          </a:prstGeom>
          <a:solidFill xmlns:a="http://schemas.openxmlformats.org/drawingml/2006/main">
            <a:srgbClr val="D94F5C"/>
          </a:solidFill>
          <a:ln xmlns:a="http://schemas.openxmlformats.org/drawingml/2006/main" w="9525">
            <a:solidFill>
              <a:srgbClr val="FFFFFF"/>
            </a:solidFill>
            <a:prstDash val="solid"/>
          </a:ln>
        </p:spPr>
      </p:sp>
      <p:sp>
        <p:nvSpPr>
          <p:cNvPr id="38" name="">
            <a:extLst xmlns:a="http://schemas.openxmlformats.org/drawingml/2006/main">
              <a:ext uri="{FF2B5EF4-FFF2-40B4-BE49-F238E27FC236}">
                <a16:creationId xmlns:a16="http://schemas.microsoft.com/office/drawing/2014/main" id="{A473863D-1122-4A16-B7CB-83520ABF1544}"/>
              </a:ext>
            </a:extLst>
          </p:cNvPr>
          <p:cNvSpPr>
            <a:spLocks xmlns:a="http://schemas.openxmlformats.org/drawingml/2006/main" noGrp="1"/>
          </p:cNvSpPr>
          <p:nvPr/>
        </p:nvSpPr>
        <p:spPr>
          <a:xfrm xmlns:a="http://schemas.openxmlformats.org/drawingml/2006/main">
            <a:off x="1714500" y="2724150"/>
            <a:ext cx="171450" cy="171450"/>
          </a:xfrm>
          <a:prstGeom xmlns:a="http://schemas.openxmlformats.org/drawingml/2006/main" prst="rect">
            <a:avLst/>
          </a:prstGeom>
          <a:solidFill xmlns:a="http://schemas.openxmlformats.org/drawingml/2006/main">
            <a:srgbClr val="062B4D"/>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B9D48E61-AD5D-440B-B107-8D8A65AAAD5E}"/>
              </a:ext>
            </a:extLst>
          </p:cNvPr>
          <p:cNvSpPr>
            <a:spLocks xmlns:a="http://schemas.openxmlformats.org/drawingml/2006/main" noGrp="1"/>
          </p:cNvSpPr>
          <p:nvPr/>
        </p:nvSpPr>
        <p:spPr>
          <a:xfrm xmlns:a="http://schemas.openxmlformats.org/drawingml/2006/main">
            <a:off x="1905000" y="2724150"/>
            <a:ext cx="171450" cy="171450"/>
          </a:xfrm>
          <a:prstGeom xmlns:a="http://schemas.openxmlformats.org/drawingml/2006/main" prst="rect">
            <a:avLst/>
          </a:prstGeom>
          <a:solidFill xmlns:a="http://schemas.openxmlformats.org/drawingml/2006/main">
            <a:srgbClr val="14B8B4"/>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F8D2ED44-0BCA-48C2-AA42-AF796FA05A9F}"/>
              </a:ext>
            </a:extLst>
          </p:cNvPr>
          <p:cNvSpPr>
            <a:spLocks xmlns:a="http://schemas.openxmlformats.org/drawingml/2006/main" noGrp="1"/>
          </p:cNvSpPr>
          <p:nvPr/>
        </p:nvSpPr>
        <p:spPr>
          <a:xfrm xmlns:a="http://schemas.openxmlformats.org/drawingml/2006/main">
            <a:off x="2095500" y="2724150"/>
            <a:ext cx="171450" cy="171450"/>
          </a:xfrm>
          <a:prstGeom xmlns:a="http://schemas.openxmlformats.org/drawingml/2006/main" prst="rect">
            <a:avLst/>
          </a:prstGeom>
          <a:solidFill xmlns:a="http://schemas.openxmlformats.org/drawingml/2006/main">
            <a:srgbClr val="D94F5C"/>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E90B06C4-0F11-4781-BD7C-43A27C90712E}"/>
              </a:ext>
            </a:extLst>
          </p:cNvPr>
          <p:cNvSpPr>
            <a:spLocks xmlns:a="http://schemas.openxmlformats.org/drawingml/2006/main" noGrp="1"/>
          </p:cNvSpPr>
          <p:nvPr/>
        </p:nvSpPr>
        <p:spPr>
          <a:xfrm xmlns:a="http://schemas.openxmlformats.org/drawingml/2006/main">
            <a:off x="952500" y="2914650"/>
            <a:ext cx="171450" cy="171450"/>
          </a:xfrm>
          <a:prstGeom xmlns:a="http://schemas.openxmlformats.org/drawingml/2006/main" prst="rect">
            <a:avLst/>
          </a:prstGeom>
          <a:solidFill xmlns:a="http://schemas.openxmlformats.org/drawingml/2006/main">
            <a:srgbClr val="001B3A"/>
          </a:solidFill>
          <a:ln xmlns:a="http://schemas.openxmlformats.org/drawingml/2006/main" w="9525">
            <a:solidFill>
              <a:srgbClr val="FFFFFF"/>
            </a:solidFill>
            <a:prstDash val="solid"/>
          </a:ln>
        </p:spPr>
      </p:sp>
      <p:sp>
        <p:nvSpPr>
          <p:cNvPr id="42" name="">
            <a:extLst xmlns:a="http://schemas.openxmlformats.org/drawingml/2006/main">
              <a:ext uri="{FF2B5EF4-FFF2-40B4-BE49-F238E27FC236}">
                <a16:creationId xmlns:a16="http://schemas.microsoft.com/office/drawing/2014/main" id="{4DCB9BEE-B59E-49FA-B4DF-AE5462878CDF}"/>
              </a:ext>
            </a:extLst>
          </p:cNvPr>
          <p:cNvSpPr>
            <a:spLocks xmlns:a="http://schemas.openxmlformats.org/drawingml/2006/main" noGrp="1"/>
          </p:cNvSpPr>
          <p:nvPr/>
        </p:nvSpPr>
        <p:spPr>
          <a:xfrm xmlns:a="http://schemas.openxmlformats.org/drawingml/2006/main">
            <a:off x="1143000" y="2914650"/>
            <a:ext cx="171450" cy="171450"/>
          </a:xfrm>
          <a:prstGeom xmlns:a="http://schemas.openxmlformats.org/drawingml/2006/main" prst="rect">
            <a:avLst/>
          </a:prstGeom>
          <a:solidFill xmlns:a="http://schemas.openxmlformats.org/drawingml/2006/main">
            <a:srgbClr val="008C95"/>
          </a:solidFill>
          <a:ln xmlns:a="http://schemas.openxmlformats.org/drawingml/2006/main" w="9525">
            <a:solidFill>
              <a:srgbClr val="FFFFFF"/>
            </a:solidFill>
            <a:prstDash val="solid"/>
          </a:ln>
        </p:spPr>
      </p:sp>
      <p:sp>
        <p:nvSpPr>
          <p:cNvPr id="43" name="">
            <a:extLst xmlns:a="http://schemas.openxmlformats.org/drawingml/2006/main">
              <a:ext uri="{FF2B5EF4-FFF2-40B4-BE49-F238E27FC236}">
                <a16:creationId xmlns:a16="http://schemas.microsoft.com/office/drawing/2014/main" id="{61850278-0E88-40B6-89B6-21F1E3C001F8}"/>
              </a:ext>
            </a:extLst>
          </p:cNvPr>
          <p:cNvSpPr>
            <a:spLocks xmlns:a="http://schemas.openxmlformats.org/drawingml/2006/main" noGrp="1"/>
          </p:cNvSpPr>
          <p:nvPr/>
        </p:nvSpPr>
        <p:spPr>
          <a:xfrm xmlns:a="http://schemas.openxmlformats.org/drawingml/2006/main">
            <a:off x="1333500" y="2914650"/>
            <a:ext cx="171450" cy="171450"/>
          </a:xfrm>
          <a:prstGeom xmlns:a="http://schemas.openxmlformats.org/drawingml/2006/main" prst="rect">
            <a:avLst/>
          </a:prstGeom>
          <a:solidFill xmlns:a="http://schemas.openxmlformats.org/drawingml/2006/main">
            <a:srgbClr val="C9A227"/>
          </a:solidFill>
          <a:ln xmlns:a="http://schemas.openxmlformats.org/drawingml/2006/main" w="9525">
            <a:solidFill>
              <a:srgbClr val="FFFFFF"/>
            </a:solidFill>
            <a:prstDash val="solid"/>
          </a:ln>
        </p:spPr>
      </p:sp>
      <p:sp>
        <p:nvSpPr>
          <p:cNvPr id="44" name="">
            <a:extLst xmlns:a="http://schemas.openxmlformats.org/drawingml/2006/main">
              <a:ext uri="{FF2B5EF4-FFF2-40B4-BE49-F238E27FC236}">
                <a16:creationId xmlns:a16="http://schemas.microsoft.com/office/drawing/2014/main" id="{B84C839F-49CD-45D0-84C5-051E71FCA654}"/>
              </a:ext>
            </a:extLst>
          </p:cNvPr>
          <p:cNvSpPr>
            <a:spLocks xmlns:a="http://schemas.openxmlformats.org/drawingml/2006/main" noGrp="1"/>
          </p:cNvSpPr>
          <p:nvPr/>
        </p:nvSpPr>
        <p:spPr>
          <a:xfrm xmlns:a="http://schemas.openxmlformats.org/drawingml/2006/main">
            <a:off x="1524000" y="2914650"/>
            <a:ext cx="171450" cy="171450"/>
          </a:xfrm>
          <a:prstGeom xmlns:a="http://schemas.openxmlformats.org/drawingml/2006/main" prst="rect">
            <a:avLst/>
          </a:prstGeom>
          <a:solidFill xmlns:a="http://schemas.openxmlformats.org/drawingml/2006/main">
            <a:srgbClr val="001B3A"/>
          </a:solidFill>
          <a:ln xmlns:a="http://schemas.openxmlformats.org/drawingml/2006/main" w="9525">
            <a:solidFill>
              <a:srgbClr val="FFFFFF"/>
            </a:solidFill>
            <a:prstDash val="solid"/>
          </a:ln>
        </p:spPr>
      </p:sp>
      <p:sp>
        <p:nvSpPr>
          <p:cNvPr id="45" name="">
            <a:extLst xmlns:a="http://schemas.openxmlformats.org/drawingml/2006/main">
              <a:ext uri="{FF2B5EF4-FFF2-40B4-BE49-F238E27FC236}">
                <a16:creationId xmlns:a16="http://schemas.microsoft.com/office/drawing/2014/main" id="{87C8F045-5863-4D43-81BD-66722F41EFEB}"/>
              </a:ext>
            </a:extLst>
          </p:cNvPr>
          <p:cNvSpPr>
            <a:spLocks xmlns:a="http://schemas.openxmlformats.org/drawingml/2006/main" noGrp="1"/>
          </p:cNvSpPr>
          <p:nvPr/>
        </p:nvSpPr>
        <p:spPr>
          <a:xfrm xmlns:a="http://schemas.openxmlformats.org/drawingml/2006/main">
            <a:off x="1714500" y="2914650"/>
            <a:ext cx="171450" cy="171450"/>
          </a:xfrm>
          <a:prstGeom xmlns:a="http://schemas.openxmlformats.org/drawingml/2006/main" prst="rect">
            <a:avLst/>
          </a:prstGeom>
          <a:solidFill xmlns:a="http://schemas.openxmlformats.org/drawingml/2006/main">
            <a:srgbClr val="008C95"/>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C0143D20-4D01-4E9E-8E61-1BD012B34AFF}"/>
              </a:ext>
            </a:extLst>
          </p:cNvPr>
          <p:cNvSpPr>
            <a:spLocks xmlns:a="http://schemas.openxmlformats.org/drawingml/2006/main" noGrp="1"/>
          </p:cNvSpPr>
          <p:nvPr/>
        </p:nvSpPr>
        <p:spPr>
          <a:xfrm xmlns:a="http://schemas.openxmlformats.org/drawingml/2006/main">
            <a:off x="1905000" y="2914650"/>
            <a:ext cx="171450" cy="171450"/>
          </a:xfrm>
          <a:prstGeom xmlns:a="http://schemas.openxmlformats.org/drawingml/2006/main" prst="rect">
            <a:avLst/>
          </a:prstGeom>
          <a:solidFill xmlns:a="http://schemas.openxmlformats.org/drawingml/2006/main">
            <a:srgbClr val="C9A227"/>
          </a:solidFill>
          <a:ln xmlns:a="http://schemas.openxmlformats.org/drawingml/2006/main" w="9525">
            <a:solidFill>
              <a:srgbClr val="FFFFFF"/>
            </a:solidFill>
            <a:prstDash val="solid"/>
          </a:ln>
        </p:spPr>
      </p:sp>
      <p:sp>
        <p:nvSpPr>
          <p:cNvPr id="47" name="">
            <a:extLst xmlns:a="http://schemas.openxmlformats.org/drawingml/2006/main">
              <a:ext uri="{FF2B5EF4-FFF2-40B4-BE49-F238E27FC236}">
                <a16:creationId xmlns:a16="http://schemas.microsoft.com/office/drawing/2014/main" id="{D841927D-86E5-43D3-9CD1-DC40A423CE90}"/>
              </a:ext>
            </a:extLst>
          </p:cNvPr>
          <p:cNvSpPr>
            <a:spLocks xmlns:a="http://schemas.openxmlformats.org/drawingml/2006/main" noGrp="1"/>
          </p:cNvSpPr>
          <p:nvPr/>
        </p:nvSpPr>
        <p:spPr>
          <a:xfrm xmlns:a="http://schemas.openxmlformats.org/drawingml/2006/main">
            <a:off x="2095500" y="2914650"/>
            <a:ext cx="171450" cy="171450"/>
          </a:xfrm>
          <a:prstGeom xmlns:a="http://schemas.openxmlformats.org/drawingml/2006/main" prst="rect">
            <a:avLst/>
          </a:prstGeom>
          <a:solidFill xmlns:a="http://schemas.openxmlformats.org/drawingml/2006/main">
            <a:srgbClr val="001B3A"/>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3AC915BC-04B8-4312-A362-B7D6627D27A2}"/>
              </a:ext>
            </a:extLst>
          </p:cNvPr>
          <p:cNvSpPr>
            <a:spLocks xmlns:a="http://schemas.openxmlformats.org/drawingml/2006/main" noGrp="1"/>
          </p:cNvSpPr>
          <p:nvPr/>
        </p:nvSpPr>
        <p:spPr>
          <a:xfrm xmlns:a="http://schemas.openxmlformats.org/drawingml/2006/main">
            <a:off x="952500" y="3105150"/>
            <a:ext cx="171450" cy="171450"/>
          </a:xfrm>
          <a:prstGeom xmlns:a="http://schemas.openxmlformats.org/drawingml/2006/main" prst="rect">
            <a:avLst/>
          </a:prstGeom>
          <a:solidFill xmlns:a="http://schemas.openxmlformats.org/drawingml/2006/main">
            <a:srgbClr val="062B4D"/>
          </a:solidFill>
          <a:ln xmlns:a="http://schemas.openxmlformats.org/drawingml/2006/main" w="9525">
            <a:solidFill>
              <a:srgbClr val="FFFFFF"/>
            </a:solidFill>
            <a:prstDash val="solid"/>
          </a:ln>
        </p:spPr>
      </p:sp>
      <p:sp>
        <p:nvSpPr>
          <p:cNvPr id="49" name="">
            <a:extLst xmlns:a="http://schemas.openxmlformats.org/drawingml/2006/main">
              <a:ext uri="{FF2B5EF4-FFF2-40B4-BE49-F238E27FC236}">
                <a16:creationId xmlns:a16="http://schemas.microsoft.com/office/drawing/2014/main" id="{904441F5-5CAC-4C2A-B506-8D07372FBCFD}"/>
              </a:ext>
            </a:extLst>
          </p:cNvPr>
          <p:cNvSpPr>
            <a:spLocks xmlns:a="http://schemas.openxmlformats.org/drawingml/2006/main" noGrp="1"/>
          </p:cNvSpPr>
          <p:nvPr/>
        </p:nvSpPr>
        <p:spPr>
          <a:xfrm xmlns:a="http://schemas.openxmlformats.org/drawingml/2006/main">
            <a:off x="1143000" y="3105150"/>
            <a:ext cx="171450" cy="171450"/>
          </a:xfrm>
          <a:prstGeom xmlns:a="http://schemas.openxmlformats.org/drawingml/2006/main" prst="rect">
            <a:avLst/>
          </a:prstGeom>
          <a:solidFill xmlns:a="http://schemas.openxmlformats.org/drawingml/2006/main">
            <a:srgbClr val="14B8B4"/>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5FF77492-DE75-4E5D-A5F3-EFC13F2EA020}"/>
              </a:ext>
            </a:extLst>
          </p:cNvPr>
          <p:cNvSpPr>
            <a:spLocks xmlns:a="http://schemas.openxmlformats.org/drawingml/2006/main" noGrp="1"/>
          </p:cNvSpPr>
          <p:nvPr/>
        </p:nvSpPr>
        <p:spPr>
          <a:xfrm xmlns:a="http://schemas.openxmlformats.org/drawingml/2006/main">
            <a:off x="1333500" y="3105150"/>
            <a:ext cx="171450" cy="171450"/>
          </a:xfrm>
          <a:prstGeom xmlns:a="http://schemas.openxmlformats.org/drawingml/2006/main" prst="rect">
            <a:avLst/>
          </a:prstGeom>
          <a:solidFill xmlns:a="http://schemas.openxmlformats.org/drawingml/2006/main">
            <a:srgbClr val="D94F5C"/>
          </a:solidFill>
          <a:ln xmlns:a="http://schemas.openxmlformats.org/drawingml/2006/main" w="9525">
            <a:solidFill>
              <a:srgbClr val="FFFFFF"/>
            </a:solidFill>
            <a:prstDash val="solid"/>
          </a:ln>
        </p:spPr>
      </p:sp>
      <p:sp>
        <p:nvSpPr>
          <p:cNvPr id="51" name="">
            <a:extLst xmlns:a="http://schemas.openxmlformats.org/drawingml/2006/main">
              <a:ext uri="{FF2B5EF4-FFF2-40B4-BE49-F238E27FC236}">
                <a16:creationId xmlns:a16="http://schemas.microsoft.com/office/drawing/2014/main" id="{23228581-8B01-438C-8881-D052A4A972F4}"/>
              </a:ext>
            </a:extLst>
          </p:cNvPr>
          <p:cNvSpPr>
            <a:spLocks xmlns:a="http://schemas.openxmlformats.org/drawingml/2006/main" noGrp="1"/>
          </p:cNvSpPr>
          <p:nvPr/>
        </p:nvSpPr>
        <p:spPr>
          <a:xfrm xmlns:a="http://schemas.openxmlformats.org/drawingml/2006/main">
            <a:off x="1524000" y="3105150"/>
            <a:ext cx="171450" cy="171450"/>
          </a:xfrm>
          <a:prstGeom xmlns:a="http://schemas.openxmlformats.org/drawingml/2006/main" prst="rect">
            <a:avLst/>
          </a:prstGeom>
          <a:solidFill xmlns:a="http://schemas.openxmlformats.org/drawingml/2006/main">
            <a:srgbClr val="062B4D"/>
          </a:solidFill>
          <a:ln xmlns:a="http://schemas.openxmlformats.org/drawingml/2006/main" w="9525">
            <a:solidFill>
              <a:srgbClr val="FFFFFF"/>
            </a:solidFill>
            <a:prstDash val="solid"/>
          </a:ln>
        </p:spPr>
      </p:sp>
      <p:sp>
        <p:nvSpPr>
          <p:cNvPr id="52" name="">
            <a:extLst xmlns:a="http://schemas.openxmlformats.org/drawingml/2006/main">
              <a:ext uri="{FF2B5EF4-FFF2-40B4-BE49-F238E27FC236}">
                <a16:creationId xmlns:a16="http://schemas.microsoft.com/office/drawing/2014/main" id="{AE51D7CC-D68C-4F8C-9BAE-26BE79E570A1}"/>
              </a:ext>
            </a:extLst>
          </p:cNvPr>
          <p:cNvSpPr>
            <a:spLocks xmlns:a="http://schemas.openxmlformats.org/drawingml/2006/main" noGrp="1"/>
          </p:cNvSpPr>
          <p:nvPr/>
        </p:nvSpPr>
        <p:spPr>
          <a:xfrm xmlns:a="http://schemas.openxmlformats.org/drawingml/2006/main">
            <a:off x="1714500" y="3105150"/>
            <a:ext cx="171450" cy="171450"/>
          </a:xfrm>
          <a:prstGeom xmlns:a="http://schemas.openxmlformats.org/drawingml/2006/main" prst="rect">
            <a:avLst/>
          </a:prstGeom>
          <a:solidFill xmlns:a="http://schemas.openxmlformats.org/drawingml/2006/main">
            <a:srgbClr val="14B8B4"/>
          </a:solidFill>
          <a:ln xmlns:a="http://schemas.openxmlformats.org/drawingml/2006/main" w="9525">
            <a:solidFill>
              <a:srgbClr val="FFFFFF"/>
            </a:solidFill>
            <a:prstDash val="solid"/>
          </a:ln>
        </p:spPr>
      </p:sp>
      <p:sp>
        <p:nvSpPr>
          <p:cNvPr id="53" name="">
            <a:extLst xmlns:a="http://schemas.openxmlformats.org/drawingml/2006/main">
              <a:ext uri="{FF2B5EF4-FFF2-40B4-BE49-F238E27FC236}">
                <a16:creationId xmlns:a16="http://schemas.microsoft.com/office/drawing/2014/main" id="{417D0739-907A-467F-B568-5E08F32EFA89}"/>
              </a:ext>
            </a:extLst>
          </p:cNvPr>
          <p:cNvSpPr>
            <a:spLocks xmlns:a="http://schemas.openxmlformats.org/drawingml/2006/main" noGrp="1"/>
          </p:cNvSpPr>
          <p:nvPr/>
        </p:nvSpPr>
        <p:spPr>
          <a:xfrm xmlns:a="http://schemas.openxmlformats.org/drawingml/2006/main">
            <a:off x="1905000" y="3105150"/>
            <a:ext cx="171450" cy="171450"/>
          </a:xfrm>
          <a:prstGeom xmlns:a="http://schemas.openxmlformats.org/drawingml/2006/main" prst="rect">
            <a:avLst/>
          </a:prstGeom>
          <a:solidFill xmlns:a="http://schemas.openxmlformats.org/drawingml/2006/main">
            <a:srgbClr val="D94F5C"/>
          </a:solidFill>
          <a:ln xmlns:a="http://schemas.openxmlformats.org/drawingml/2006/main" w="9525">
            <a:solidFill>
              <a:srgbClr val="FFFFFF"/>
            </a:solidFill>
            <a:prstDash val="solid"/>
          </a:ln>
        </p:spPr>
      </p:sp>
      <p:sp>
        <p:nvSpPr>
          <p:cNvPr id="54" name="">
            <a:extLst xmlns:a="http://schemas.openxmlformats.org/drawingml/2006/main">
              <a:ext uri="{FF2B5EF4-FFF2-40B4-BE49-F238E27FC236}">
                <a16:creationId xmlns:a16="http://schemas.microsoft.com/office/drawing/2014/main" id="{8DF620DF-51A2-4446-90E2-C20295F75746}"/>
              </a:ext>
            </a:extLst>
          </p:cNvPr>
          <p:cNvSpPr>
            <a:spLocks xmlns:a="http://schemas.openxmlformats.org/drawingml/2006/main" noGrp="1"/>
          </p:cNvSpPr>
          <p:nvPr/>
        </p:nvSpPr>
        <p:spPr>
          <a:xfrm xmlns:a="http://schemas.openxmlformats.org/drawingml/2006/main">
            <a:off x="2095500" y="3105150"/>
            <a:ext cx="171450" cy="171450"/>
          </a:xfrm>
          <a:prstGeom xmlns:a="http://schemas.openxmlformats.org/drawingml/2006/main" prst="rect">
            <a:avLst/>
          </a:prstGeom>
          <a:solidFill xmlns:a="http://schemas.openxmlformats.org/drawingml/2006/main">
            <a:srgbClr val="062B4D"/>
          </a:solidFill>
          <a:ln xmlns:a="http://schemas.openxmlformats.org/drawingml/2006/main" w="9525">
            <a:solidFill>
              <a:srgbClr val="FFFFFF"/>
            </a:solidFill>
            <a:prstDash val="solid"/>
          </a:ln>
        </p:spPr>
      </p:sp>
      <p:sp>
        <p:nvSpPr>
          <p:cNvPr id="55" name="">
            <a:extLst xmlns:a="http://schemas.openxmlformats.org/drawingml/2006/main">
              <a:ext uri="{FF2B5EF4-FFF2-40B4-BE49-F238E27FC236}">
                <a16:creationId xmlns:a16="http://schemas.microsoft.com/office/drawing/2014/main" id="{80775983-B102-4B3C-805E-69E91EFB124E}"/>
              </a:ext>
            </a:extLst>
          </p:cNvPr>
          <p:cNvSpPr>
            <a:spLocks xmlns:a="http://schemas.openxmlformats.org/drawingml/2006/main" noGrp="1"/>
          </p:cNvSpPr>
          <p:nvPr/>
        </p:nvSpPr>
        <p:spPr>
          <a:xfrm xmlns:a="http://schemas.openxmlformats.org/drawingml/2006/main">
            <a:off x="952500" y="3295650"/>
            <a:ext cx="171450" cy="171450"/>
          </a:xfrm>
          <a:prstGeom xmlns:a="http://schemas.openxmlformats.org/drawingml/2006/main" prst="rect">
            <a:avLst/>
          </a:prstGeom>
          <a:solidFill xmlns:a="http://schemas.openxmlformats.org/drawingml/2006/main">
            <a:srgbClr val="008C95"/>
          </a:solidFill>
          <a:ln xmlns:a="http://schemas.openxmlformats.org/drawingml/2006/main" w="9525">
            <a:solidFill>
              <a:srgbClr val="FFFFFF"/>
            </a:solidFill>
            <a:prstDash val="solid"/>
          </a:ln>
        </p:spPr>
      </p:sp>
      <p:sp>
        <p:nvSpPr>
          <p:cNvPr id="56" name="">
            <a:extLst xmlns:a="http://schemas.openxmlformats.org/drawingml/2006/main">
              <a:ext uri="{FF2B5EF4-FFF2-40B4-BE49-F238E27FC236}">
                <a16:creationId xmlns:a16="http://schemas.microsoft.com/office/drawing/2014/main" id="{473AC03E-BAA3-4BBB-BD13-357A1AFE0C82}"/>
              </a:ext>
            </a:extLst>
          </p:cNvPr>
          <p:cNvSpPr>
            <a:spLocks xmlns:a="http://schemas.openxmlformats.org/drawingml/2006/main" noGrp="1"/>
          </p:cNvSpPr>
          <p:nvPr/>
        </p:nvSpPr>
        <p:spPr>
          <a:xfrm xmlns:a="http://schemas.openxmlformats.org/drawingml/2006/main">
            <a:off x="1143000" y="3295650"/>
            <a:ext cx="171450" cy="171450"/>
          </a:xfrm>
          <a:prstGeom xmlns:a="http://schemas.openxmlformats.org/drawingml/2006/main" prst="rect">
            <a:avLst/>
          </a:prstGeom>
          <a:solidFill xmlns:a="http://schemas.openxmlformats.org/drawingml/2006/main">
            <a:srgbClr val="C9A227"/>
          </a:solidFill>
          <a:ln xmlns:a="http://schemas.openxmlformats.org/drawingml/2006/main" w="9525">
            <a:solidFill>
              <a:srgbClr val="FFFFFF"/>
            </a:solidFill>
            <a:prstDash val="solid"/>
          </a:ln>
        </p:spPr>
      </p:sp>
      <p:sp>
        <p:nvSpPr>
          <p:cNvPr id="57" name="">
            <a:extLst xmlns:a="http://schemas.openxmlformats.org/drawingml/2006/main">
              <a:ext uri="{FF2B5EF4-FFF2-40B4-BE49-F238E27FC236}">
                <a16:creationId xmlns:a16="http://schemas.microsoft.com/office/drawing/2014/main" id="{705A27D0-4597-4E2D-AA65-8E304D9BDB18}"/>
              </a:ext>
            </a:extLst>
          </p:cNvPr>
          <p:cNvSpPr>
            <a:spLocks xmlns:a="http://schemas.openxmlformats.org/drawingml/2006/main" noGrp="1"/>
          </p:cNvSpPr>
          <p:nvPr/>
        </p:nvSpPr>
        <p:spPr>
          <a:xfrm xmlns:a="http://schemas.openxmlformats.org/drawingml/2006/main">
            <a:off x="1333500" y="3295650"/>
            <a:ext cx="171450" cy="171450"/>
          </a:xfrm>
          <a:prstGeom xmlns:a="http://schemas.openxmlformats.org/drawingml/2006/main" prst="rect">
            <a:avLst/>
          </a:prstGeom>
          <a:solidFill xmlns:a="http://schemas.openxmlformats.org/drawingml/2006/main">
            <a:srgbClr val="001B3A"/>
          </a:solidFill>
          <a:ln xmlns:a="http://schemas.openxmlformats.org/drawingml/2006/main" w="9525">
            <a:solidFill>
              <a:srgbClr val="FFFFFF"/>
            </a:solidFill>
            <a:prstDash val="solid"/>
          </a:ln>
        </p:spPr>
      </p:sp>
      <p:sp>
        <p:nvSpPr>
          <p:cNvPr id="58" name="">
            <a:extLst xmlns:a="http://schemas.openxmlformats.org/drawingml/2006/main">
              <a:ext uri="{FF2B5EF4-FFF2-40B4-BE49-F238E27FC236}">
                <a16:creationId xmlns:a16="http://schemas.microsoft.com/office/drawing/2014/main" id="{BA175496-BC97-4F7F-8314-5E650E94A110}"/>
              </a:ext>
            </a:extLst>
          </p:cNvPr>
          <p:cNvSpPr>
            <a:spLocks xmlns:a="http://schemas.openxmlformats.org/drawingml/2006/main" noGrp="1"/>
          </p:cNvSpPr>
          <p:nvPr/>
        </p:nvSpPr>
        <p:spPr>
          <a:xfrm xmlns:a="http://schemas.openxmlformats.org/drawingml/2006/main">
            <a:off x="1524000" y="3295650"/>
            <a:ext cx="171450" cy="171450"/>
          </a:xfrm>
          <a:prstGeom xmlns:a="http://schemas.openxmlformats.org/drawingml/2006/main" prst="rect">
            <a:avLst/>
          </a:prstGeom>
          <a:solidFill xmlns:a="http://schemas.openxmlformats.org/drawingml/2006/main">
            <a:srgbClr val="008C95"/>
          </a:solidFill>
          <a:ln xmlns:a="http://schemas.openxmlformats.org/drawingml/2006/main" w="9525">
            <a:solidFill>
              <a:srgbClr val="FFFFFF"/>
            </a:solidFill>
            <a:prstDash val="solid"/>
          </a:ln>
        </p:spPr>
      </p:sp>
      <p:sp>
        <p:nvSpPr>
          <p:cNvPr id="59" name="">
            <a:extLst xmlns:a="http://schemas.openxmlformats.org/drawingml/2006/main">
              <a:ext uri="{FF2B5EF4-FFF2-40B4-BE49-F238E27FC236}">
                <a16:creationId xmlns:a16="http://schemas.microsoft.com/office/drawing/2014/main" id="{FD45A759-280C-488E-B3E4-71E9426CC63F}"/>
              </a:ext>
            </a:extLst>
          </p:cNvPr>
          <p:cNvSpPr>
            <a:spLocks xmlns:a="http://schemas.openxmlformats.org/drawingml/2006/main" noGrp="1"/>
          </p:cNvSpPr>
          <p:nvPr/>
        </p:nvSpPr>
        <p:spPr>
          <a:xfrm xmlns:a="http://schemas.openxmlformats.org/drawingml/2006/main">
            <a:off x="1714500" y="3295650"/>
            <a:ext cx="171450" cy="171450"/>
          </a:xfrm>
          <a:prstGeom xmlns:a="http://schemas.openxmlformats.org/drawingml/2006/main" prst="rect">
            <a:avLst/>
          </a:prstGeom>
          <a:solidFill xmlns:a="http://schemas.openxmlformats.org/drawingml/2006/main">
            <a:srgbClr val="C9A227"/>
          </a:solidFill>
          <a:ln xmlns:a="http://schemas.openxmlformats.org/drawingml/2006/main" w="9525">
            <a:solidFill>
              <a:srgbClr val="FFFFFF"/>
            </a:solidFill>
            <a:prstDash val="solid"/>
          </a:ln>
        </p:spPr>
      </p:sp>
      <p:sp>
        <p:nvSpPr>
          <p:cNvPr id="60" name="">
            <a:extLst xmlns:a="http://schemas.openxmlformats.org/drawingml/2006/main">
              <a:ext uri="{FF2B5EF4-FFF2-40B4-BE49-F238E27FC236}">
                <a16:creationId xmlns:a16="http://schemas.microsoft.com/office/drawing/2014/main" id="{B30CBC40-987D-4A12-A91C-FEE19B37F3C4}"/>
              </a:ext>
            </a:extLst>
          </p:cNvPr>
          <p:cNvSpPr>
            <a:spLocks xmlns:a="http://schemas.openxmlformats.org/drawingml/2006/main" noGrp="1"/>
          </p:cNvSpPr>
          <p:nvPr/>
        </p:nvSpPr>
        <p:spPr>
          <a:xfrm xmlns:a="http://schemas.openxmlformats.org/drawingml/2006/main">
            <a:off x="1905000" y="3295650"/>
            <a:ext cx="171450" cy="171450"/>
          </a:xfrm>
          <a:prstGeom xmlns:a="http://schemas.openxmlformats.org/drawingml/2006/main" prst="rect">
            <a:avLst/>
          </a:prstGeom>
          <a:solidFill xmlns:a="http://schemas.openxmlformats.org/drawingml/2006/main">
            <a:srgbClr val="001B3A"/>
          </a:solidFill>
          <a:ln xmlns:a="http://schemas.openxmlformats.org/drawingml/2006/main" w="9525">
            <a:solidFill>
              <a:srgbClr val="FFFFFF"/>
            </a:solidFill>
            <a:prstDash val="solid"/>
          </a:ln>
        </p:spPr>
      </p:sp>
      <p:sp>
        <p:nvSpPr>
          <p:cNvPr id="61" name="">
            <a:extLst xmlns:a="http://schemas.openxmlformats.org/drawingml/2006/main">
              <a:ext uri="{FF2B5EF4-FFF2-40B4-BE49-F238E27FC236}">
                <a16:creationId xmlns:a16="http://schemas.microsoft.com/office/drawing/2014/main" id="{DEC8A2E5-775A-4FB5-AAAE-D0CF50983EC6}"/>
              </a:ext>
            </a:extLst>
          </p:cNvPr>
          <p:cNvSpPr>
            <a:spLocks xmlns:a="http://schemas.openxmlformats.org/drawingml/2006/main" noGrp="1"/>
          </p:cNvSpPr>
          <p:nvPr/>
        </p:nvSpPr>
        <p:spPr>
          <a:xfrm xmlns:a="http://schemas.openxmlformats.org/drawingml/2006/main">
            <a:off x="2095500" y="3295650"/>
            <a:ext cx="171450" cy="171450"/>
          </a:xfrm>
          <a:prstGeom xmlns:a="http://schemas.openxmlformats.org/drawingml/2006/main" prst="rect">
            <a:avLst/>
          </a:prstGeom>
          <a:solidFill xmlns:a="http://schemas.openxmlformats.org/drawingml/2006/main">
            <a:srgbClr val="008C95"/>
          </a:solidFill>
          <a:ln xmlns:a="http://schemas.openxmlformats.org/drawingml/2006/main" w="9525">
            <a:solidFill>
              <a:srgbClr val="FFFFFF"/>
            </a:solidFill>
            <a:prstDash val="solid"/>
          </a:ln>
        </p:spPr>
      </p:sp>
      <p:sp>
        <p:nvSpPr>
          <p:cNvPr id="62" name="">
            <a:extLst xmlns:a="http://schemas.openxmlformats.org/drawingml/2006/main">
              <a:ext uri="{FF2B5EF4-FFF2-40B4-BE49-F238E27FC236}">
                <a16:creationId xmlns:a16="http://schemas.microsoft.com/office/drawing/2014/main" id="{459077AE-5006-417C-8170-1991D436B2FE}"/>
              </a:ext>
            </a:extLst>
          </p:cNvPr>
          <p:cNvSpPr>
            <a:spLocks xmlns:a="http://schemas.openxmlformats.org/drawingml/2006/main" noGrp="1"/>
          </p:cNvSpPr>
          <p:nvPr/>
        </p:nvSpPr>
        <p:spPr>
          <a:xfrm xmlns:a="http://schemas.openxmlformats.org/drawingml/2006/main">
            <a:off x="819150" y="3714750"/>
            <a:ext cx="16954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001B3A"/>
                </a:solidFill>
              </a:defRPr>
            </a:pPr>
            <a:r>
              <a:rPr sz="1200" b="1">
                <a:solidFill>
                  <a:srgbClr val="001B3A"/>
                </a:solidFill>
              </a:rPr>
              <a:t>[1, 224, 224, 3]</a:t>
            </a:r>
          </a:p>
          <a:p xmlns:a="http://schemas.openxmlformats.org/drawingml/2006/main">
            <a:pPr algn="ctr">
              <a:defRPr sz="1200" b="1">
                <a:solidFill>
                  <a:srgbClr val="001B3A"/>
                </a:solidFill>
              </a:defRPr>
            </a:pPr>
            <a:r>
              <a:rPr sz="1200" b="1">
                <a:solidFill>
                  <a:srgbClr val="001B3A"/>
                </a:solidFill>
              </a:rPr>
              <a:t>RGB · square crop/resize</a:t>
            </a:r>
          </a:p>
          <a:p xmlns:a="http://schemas.openxmlformats.org/drawingml/2006/main">
            <a:pPr algn="ctr">
              <a:defRPr sz="1200" b="1">
                <a:solidFill>
                  <a:srgbClr val="001B3A"/>
                </a:solidFill>
              </a:defRPr>
            </a:pPr>
            <a:r>
              <a:rPr sz="1200" b="1">
                <a:solidFill>
                  <a:srgbClr val="001B3A"/>
                </a:solidFill>
              </a:rPr>
              <a:t>one current frame</a:t>
            </a:r>
          </a:p>
        </p:txBody>
      </p:sp>
      <p:sp>
        <p:nvSpPr>
          <p:cNvPr id="63" name="">
            <a:extLst xmlns:a="http://schemas.openxmlformats.org/drawingml/2006/main">
              <a:ext uri="{FF2B5EF4-FFF2-40B4-BE49-F238E27FC236}">
                <a16:creationId xmlns:a16="http://schemas.microsoft.com/office/drawing/2014/main" id="{2779559B-B814-4806-8AB7-00DEBA85BE64}"/>
              </a:ext>
            </a:extLst>
          </p:cNvPr>
          <p:cNvSpPr>
            <a:spLocks xmlns:a="http://schemas.openxmlformats.org/drawingml/2006/main" noGrp="1"/>
          </p:cNvSpPr>
          <p:nvPr/>
        </p:nvSpPr>
        <p:spPr>
          <a:xfrm xmlns:a="http://schemas.openxmlformats.org/drawingml/2006/main">
            <a:off x="3143250" y="1524000"/>
            <a:ext cx="3790950" cy="3695700"/>
          </a:xfrm>
          <a:prstGeom xmlns:a="http://schemas.openxmlformats.org/drawingml/2006/main" prst="roundRect">
            <a:avLst>
              <a:gd name="adj" fmla="val 3093"/>
            </a:avLst>
          </a:prstGeom>
          <a:solidFill xmlns:a="http://schemas.openxmlformats.org/drawingml/2006/main">
            <a:srgbClr val="062B4D"/>
          </a:solidFill>
          <a:ln xmlns:a="http://schemas.openxmlformats.org/drawingml/2006/main" w="14288">
            <a:solidFill>
              <a:srgbClr val="062B4D"/>
            </a:solidFill>
            <a:prstDash val="solid"/>
          </a:ln>
        </p:spPr>
      </p:sp>
      <p:sp>
        <p:nvSpPr>
          <p:cNvPr id="64" name="">
            <a:extLst xmlns:a="http://schemas.openxmlformats.org/drawingml/2006/main">
              <a:ext uri="{FF2B5EF4-FFF2-40B4-BE49-F238E27FC236}">
                <a16:creationId xmlns:a16="http://schemas.microsoft.com/office/drawing/2014/main" id="{AFE89197-EC21-4800-90F1-D8155CD02F3D}"/>
              </a:ext>
            </a:extLst>
          </p:cNvPr>
          <p:cNvSpPr>
            <a:spLocks xmlns:a="http://schemas.openxmlformats.org/drawingml/2006/main" noGrp="1"/>
          </p:cNvSpPr>
          <p:nvPr/>
        </p:nvSpPr>
        <p:spPr>
          <a:xfrm xmlns:a="http://schemas.openxmlformats.org/drawingml/2006/main">
            <a:off x="3390900" y="1733550"/>
            <a:ext cx="3295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14B8B4"/>
                </a:solidFill>
              </a:defRPr>
            </a:pPr>
            <a:r>
              <a:rPr sz="1275" b="1">
                <a:solidFill>
                  <a:srgbClr val="14B8B4"/>
                </a:solidFill>
              </a:rPr>
              <a:t>PRETRAINED MOBILENET FEATURE EXTRACTOR</a:t>
            </a:r>
          </a:p>
        </p:txBody>
      </p:sp>
      <p:sp>
        <p:nvSpPr>
          <p:cNvPr id="65" name="">
            <a:extLst xmlns:a="http://schemas.openxmlformats.org/drawingml/2006/main">
              <a:ext uri="{FF2B5EF4-FFF2-40B4-BE49-F238E27FC236}">
                <a16:creationId xmlns:a16="http://schemas.microsoft.com/office/drawing/2014/main" id="{658ADCF7-FD07-4AB6-B021-610F6951E76C}"/>
              </a:ext>
            </a:extLst>
          </p:cNvPr>
          <p:cNvSpPr>
            <a:spLocks xmlns:a="http://schemas.openxmlformats.org/drawingml/2006/main" noGrp="1"/>
          </p:cNvSpPr>
          <p:nvPr/>
        </p:nvSpPr>
        <p:spPr>
          <a:xfrm xmlns:a="http://schemas.openxmlformats.org/drawingml/2006/main">
            <a:off x="3648075" y="2457450"/>
            <a:ext cx="171450" cy="171450"/>
          </a:xfrm>
          <a:prstGeom xmlns:a="http://schemas.openxmlformats.org/drawingml/2006/main" prst="ellipse">
            <a:avLst/>
          </a:prstGeom>
          <a:solidFill xmlns:a="http://schemas.openxmlformats.org/drawingml/2006/main">
            <a:srgbClr val="008C95"/>
          </a:solidFill>
          <a:ln xmlns:a="http://schemas.openxmlformats.org/drawingml/2006/main" w="19050">
            <a:solidFill>
              <a:srgbClr val="FFFFFF"/>
            </a:solidFill>
            <a:prstDash val="solid"/>
          </a:ln>
        </p:spPr>
      </p:sp>
      <p:sp>
        <p:nvSpPr>
          <p:cNvPr id="66" name="">
            <a:extLst xmlns:a="http://schemas.openxmlformats.org/drawingml/2006/main">
              <a:ext uri="{FF2B5EF4-FFF2-40B4-BE49-F238E27FC236}">
                <a16:creationId xmlns:a16="http://schemas.microsoft.com/office/drawing/2014/main" id="{0B5A3033-6B86-4AD4-83ED-02CA93C613D3}"/>
              </a:ext>
            </a:extLst>
          </p:cNvPr>
          <p:cNvSpPr>
            <a:spLocks xmlns:a="http://schemas.openxmlformats.org/drawingml/2006/main" noGrp="1"/>
          </p:cNvSpPr>
          <p:nvPr/>
        </p:nvSpPr>
        <p:spPr>
          <a:xfrm xmlns:a="http://schemas.openxmlformats.org/drawingml/2006/main">
            <a:off x="3648075" y="2876550"/>
            <a:ext cx="171450" cy="171450"/>
          </a:xfrm>
          <a:prstGeom xmlns:a="http://schemas.openxmlformats.org/drawingml/2006/main" prst="ellipse">
            <a:avLst/>
          </a:prstGeom>
          <a:solidFill xmlns:a="http://schemas.openxmlformats.org/drawingml/2006/main">
            <a:srgbClr val="008C95"/>
          </a:solidFill>
          <a:ln xmlns:a="http://schemas.openxmlformats.org/drawingml/2006/main" w="19050">
            <a:solidFill>
              <a:srgbClr val="FFFFFF"/>
            </a:solidFill>
            <a:prstDash val="solid"/>
          </a:ln>
        </p:spPr>
      </p:sp>
      <p:sp>
        <p:nvSpPr>
          <p:cNvPr id="67" name="">
            <a:extLst xmlns:a="http://schemas.openxmlformats.org/drawingml/2006/main">
              <a:ext uri="{FF2B5EF4-FFF2-40B4-BE49-F238E27FC236}">
                <a16:creationId xmlns:a16="http://schemas.microsoft.com/office/drawing/2014/main" id="{08B053F6-3B7F-44E7-A860-8700CDA49CE4}"/>
              </a:ext>
            </a:extLst>
          </p:cNvPr>
          <p:cNvSpPr>
            <a:spLocks xmlns:a="http://schemas.openxmlformats.org/drawingml/2006/main" noGrp="1"/>
          </p:cNvSpPr>
          <p:nvPr/>
        </p:nvSpPr>
        <p:spPr>
          <a:xfrm xmlns:a="http://schemas.openxmlformats.org/drawingml/2006/main">
            <a:off x="3648075" y="3295650"/>
            <a:ext cx="171450" cy="171450"/>
          </a:xfrm>
          <a:prstGeom xmlns:a="http://schemas.openxmlformats.org/drawingml/2006/main" prst="ellipse">
            <a:avLst/>
          </a:prstGeom>
          <a:solidFill xmlns:a="http://schemas.openxmlformats.org/drawingml/2006/main">
            <a:srgbClr val="008C95"/>
          </a:solidFill>
          <a:ln xmlns:a="http://schemas.openxmlformats.org/drawingml/2006/main" w="19050">
            <a:solidFill>
              <a:srgbClr val="FFFFFF"/>
            </a:solidFill>
            <a:prstDash val="solid"/>
          </a:ln>
        </p:spPr>
      </p:sp>
      <p:sp>
        <p:nvSpPr>
          <p:cNvPr id="68" name="">
            <a:extLst xmlns:a="http://schemas.openxmlformats.org/drawingml/2006/main">
              <a:ext uri="{FF2B5EF4-FFF2-40B4-BE49-F238E27FC236}">
                <a16:creationId xmlns:a16="http://schemas.microsoft.com/office/drawing/2014/main" id="{70FA54C3-63D7-4386-9174-19F1BB963D73}"/>
              </a:ext>
            </a:extLst>
          </p:cNvPr>
          <p:cNvSpPr>
            <a:spLocks xmlns:a="http://schemas.openxmlformats.org/drawingml/2006/main" noGrp="1"/>
          </p:cNvSpPr>
          <p:nvPr/>
        </p:nvSpPr>
        <p:spPr>
          <a:xfrm xmlns:a="http://schemas.openxmlformats.org/drawingml/2006/main">
            <a:off x="3648075" y="3714750"/>
            <a:ext cx="171450" cy="171450"/>
          </a:xfrm>
          <a:prstGeom xmlns:a="http://schemas.openxmlformats.org/drawingml/2006/main" prst="ellipse">
            <a:avLst/>
          </a:prstGeom>
          <a:solidFill xmlns:a="http://schemas.openxmlformats.org/drawingml/2006/main">
            <a:srgbClr val="008C95"/>
          </a:solidFill>
          <a:ln xmlns:a="http://schemas.openxmlformats.org/drawingml/2006/main" w="19050">
            <a:solidFill>
              <a:srgbClr val="FFFFFF"/>
            </a:solidFill>
            <a:prstDash val="solid"/>
          </a:ln>
        </p:spPr>
      </p:sp>
      <p:sp>
        <p:nvSpPr>
          <p:cNvPr id="69" name="">
            <a:extLst xmlns:a="http://schemas.openxmlformats.org/drawingml/2006/main">
              <a:ext uri="{FF2B5EF4-FFF2-40B4-BE49-F238E27FC236}">
                <a16:creationId xmlns:a16="http://schemas.microsoft.com/office/drawing/2014/main" id="{8A2205B7-81FB-44EE-9BBA-CD0B82C3C522}"/>
              </a:ext>
            </a:extLst>
          </p:cNvPr>
          <p:cNvSpPr>
            <a:spLocks xmlns:a="http://schemas.openxmlformats.org/drawingml/2006/main" noGrp="1"/>
          </p:cNvSpPr>
          <p:nvPr/>
        </p:nvSpPr>
        <p:spPr>
          <a:xfrm xmlns:a="http://schemas.openxmlformats.org/drawingml/2006/main">
            <a:off x="3648075" y="4133850"/>
            <a:ext cx="171450" cy="171450"/>
          </a:xfrm>
          <a:prstGeom xmlns:a="http://schemas.openxmlformats.org/drawingml/2006/main" prst="ellipse">
            <a:avLst/>
          </a:prstGeom>
          <a:solidFill xmlns:a="http://schemas.openxmlformats.org/drawingml/2006/main">
            <a:srgbClr val="008C95"/>
          </a:solidFill>
          <a:ln xmlns:a="http://schemas.openxmlformats.org/drawingml/2006/main" w="19050">
            <a:solidFill>
              <a:srgbClr val="FFFFFF"/>
            </a:solidFill>
            <a:prstDash val="solid"/>
          </a:ln>
        </p:spPr>
      </p:sp>
      <p:sp>
        <p:nvSpPr>
          <p:cNvPr id="70" name="">
            <a:extLst xmlns:a="http://schemas.openxmlformats.org/drawingml/2006/main">
              <a:ext uri="{FF2B5EF4-FFF2-40B4-BE49-F238E27FC236}">
                <a16:creationId xmlns:a16="http://schemas.microsoft.com/office/drawing/2014/main" id="{C8AD5A1A-8557-483D-AFBC-424950930687}"/>
              </a:ext>
            </a:extLst>
          </p:cNvPr>
          <p:cNvSpPr>
            <a:spLocks xmlns:a="http://schemas.openxmlformats.org/drawingml/2006/main" noGrp="1"/>
          </p:cNvSpPr>
          <p:nvPr/>
        </p:nvSpPr>
        <p:spPr>
          <a:xfrm xmlns:a="http://schemas.openxmlformats.org/drawingml/2006/main">
            <a:off x="4438650" y="2305050"/>
            <a:ext cx="152400" cy="152400"/>
          </a:xfrm>
          <a:prstGeom xmlns:a="http://schemas.openxmlformats.org/drawingml/2006/main" prst="ellipse">
            <a:avLst/>
          </a:prstGeom>
          <a:solidFill xmlns:a="http://schemas.openxmlformats.org/drawingml/2006/main">
            <a:srgbClr val="14B8B4"/>
          </a:solidFill>
          <a:ln xmlns:a="http://schemas.openxmlformats.org/drawingml/2006/main" w="19050">
            <a:solidFill>
              <a:srgbClr val="FFFFFF"/>
            </a:solidFill>
            <a:prstDash val="solid"/>
          </a:ln>
        </p:spPr>
      </p:sp>
      <p:sp>
        <p:nvSpPr>
          <p:cNvPr id="71" name="">
            <a:extLst xmlns:a="http://schemas.openxmlformats.org/drawingml/2006/main">
              <a:ext uri="{FF2B5EF4-FFF2-40B4-BE49-F238E27FC236}">
                <a16:creationId xmlns:a16="http://schemas.microsoft.com/office/drawing/2014/main" id="{EB893798-BB7B-4F57-8147-3ABFE6063531}"/>
              </a:ext>
            </a:extLst>
          </p:cNvPr>
          <p:cNvSpPr>
            <a:spLocks xmlns:a="http://schemas.openxmlformats.org/drawingml/2006/main" noGrp="1"/>
          </p:cNvSpPr>
          <p:nvPr/>
        </p:nvSpPr>
        <p:spPr>
          <a:xfrm xmlns:a="http://schemas.openxmlformats.org/drawingml/2006/main">
            <a:off x="4438650" y="2590800"/>
            <a:ext cx="152400" cy="152400"/>
          </a:xfrm>
          <a:prstGeom xmlns:a="http://schemas.openxmlformats.org/drawingml/2006/main" prst="ellipse">
            <a:avLst/>
          </a:prstGeom>
          <a:solidFill xmlns:a="http://schemas.openxmlformats.org/drawingml/2006/main">
            <a:srgbClr val="14B8B4"/>
          </a:solidFill>
          <a:ln xmlns:a="http://schemas.openxmlformats.org/drawingml/2006/main" w="19050">
            <a:solidFill>
              <a:srgbClr val="FFFFFF"/>
            </a:solidFill>
            <a:prstDash val="solid"/>
          </a:ln>
        </p:spPr>
      </p:sp>
      <p:sp>
        <p:nvSpPr>
          <p:cNvPr id="72" name="">
            <a:extLst xmlns:a="http://schemas.openxmlformats.org/drawingml/2006/main">
              <a:ext uri="{FF2B5EF4-FFF2-40B4-BE49-F238E27FC236}">
                <a16:creationId xmlns:a16="http://schemas.microsoft.com/office/drawing/2014/main" id="{F11F9440-6E65-42BE-B4F9-9E0E7CDC145F}"/>
              </a:ext>
            </a:extLst>
          </p:cNvPr>
          <p:cNvSpPr>
            <a:spLocks xmlns:a="http://schemas.openxmlformats.org/drawingml/2006/main" noGrp="1"/>
          </p:cNvSpPr>
          <p:nvPr/>
        </p:nvSpPr>
        <p:spPr>
          <a:xfrm xmlns:a="http://schemas.openxmlformats.org/drawingml/2006/main">
            <a:off x="4438650" y="2876550"/>
            <a:ext cx="152400" cy="152400"/>
          </a:xfrm>
          <a:prstGeom xmlns:a="http://schemas.openxmlformats.org/drawingml/2006/main" prst="ellipse">
            <a:avLst/>
          </a:prstGeom>
          <a:solidFill xmlns:a="http://schemas.openxmlformats.org/drawingml/2006/main">
            <a:srgbClr val="14B8B4"/>
          </a:solidFill>
          <a:ln xmlns:a="http://schemas.openxmlformats.org/drawingml/2006/main" w="19050">
            <a:solidFill>
              <a:srgbClr val="FFFFFF"/>
            </a:solidFill>
            <a:prstDash val="solid"/>
          </a:ln>
        </p:spPr>
      </p:sp>
      <p:sp>
        <p:nvSpPr>
          <p:cNvPr id="73" name="">
            <a:extLst xmlns:a="http://schemas.openxmlformats.org/drawingml/2006/main">
              <a:ext uri="{FF2B5EF4-FFF2-40B4-BE49-F238E27FC236}">
                <a16:creationId xmlns:a16="http://schemas.microsoft.com/office/drawing/2014/main" id="{0CF4183D-4A6E-4C31-979D-5B308CAFC4A7}"/>
              </a:ext>
            </a:extLst>
          </p:cNvPr>
          <p:cNvSpPr>
            <a:spLocks xmlns:a="http://schemas.openxmlformats.org/drawingml/2006/main" noGrp="1"/>
          </p:cNvSpPr>
          <p:nvPr/>
        </p:nvSpPr>
        <p:spPr>
          <a:xfrm xmlns:a="http://schemas.openxmlformats.org/drawingml/2006/main">
            <a:off x="4438650" y="3162300"/>
            <a:ext cx="152400" cy="152400"/>
          </a:xfrm>
          <a:prstGeom xmlns:a="http://schemas.openxmlformats.org/drawingml/2006/main" prst="ellipse">
            <a:avLst/>
          </a:prstGeom>
          <a:solidFill xmlns:a="http://schemas.openxmlformats.org/drawingml/2006/main">
            <a:srgbClr val="14B8B4"/>
          </a:solidFill>
          <a:ln xmlns:a="http://schemas.openxmlformats.org/drawingml/2006/main" w="19050">
            <a:solidFill>
              <a:srgbClr val="FFFFFF"/>
            </a:solidFill>
            <a:prstDash val="solid"/>
          </a:ln>
        </p:spPr>
      </p:sp>
      <p:sp>
        <p:nvSpPr>
          <p:cNvPr id="74" name="">
            <a:extLst xmlns:a="http://schemas.openxmlformats.org/drawingml/2006/main">
              <a:ext uri="{FF2B5EF4-FFF2-40B4-BE49-F238E27FC236}">
                <a16:creationId xmlns:a16="http://schemas.microsoft.com/office/drawing/2014/main" id="{E58D2672-A146-42B8-82CF-ADEC29C4AA23}"/>
              </a:ext>
            </a:extLst>
          </p:cNvPr>
          <p:cNvSpPr>
            <a:spLocks xmlns:a="http://schemas.openxmlformats.org/drawingml/2006/main" noGrp="1"/>
          </p:cNvSpPr>
          <p:nvPr/>
        </p:nvSpPr>
        <p:spPr>
          <a:xfrm xmlns:a="http://schemas.openxmlformats.org/drawingml/2006/main">
            <a:off x="4438650" y="3448050"/>
            <a:ext cx="152400" cy="152400"/>
          </a:xfrm>
          <a:prstGeom xmlns:a="http://schemas.openxmlformats.org/drawingml/2006/main" prst="ellipse">
            <a:avLst/>
          </a:prstGeom>
          <a:solidFill xmlns:a="http://schemas.openxmlformats.org/drawingml/2006/main">
            <a:srgbClr val="14B8B4"/>
          </a:solidFill>
          <a:ln xmlns:a="http://schemas.openxmlformats.org/drawingml/2006/main" w="19050">
            <a:solidFill>
              <a:srgbClr val="FFFFFF"/>
            </a:solidFill>
            <a:prstDash val="solid"/>
          </a:ln>
        </p:spPr>
      </p:sp>
      <p:sp>
        <p:nvSpPr>
          <p:cNvPr id="75" name="">
            <a:extLst xmlns:a="http://schemas.openxmlformats.org/drawingml/2006/main">
              <a:ext uri="{FF2B5EF4-FFF2-40B4-BE49-F238E27FC236}">
                <a16:creationId xmlns:a16="http://schemas.microsoft.com/office/drawing/2014/main" id="{16E456DA-4A23-44F4-B241-752456F9CF47}"/>
              </a:ext>
            </a:extLst>
          </p:cNvPr>
          <p:cNvSpPr>
            <a:spLocks xmlns:a="http://schemas.openxmlformats.org/drawingml/2006/main" noGrp="1"/>
          </p:cNvSpPr>
          <p:nvPr/>
        </p:nvSpPr>
        <p:spPr>
          <a:xfrm xmlns:a="http://schemas.openxmlformats.org/drawingml/2006/main">
            <a:off x="4438650" y="3733800"/>
            <a:ext cx="152400" cy="152400"/>
          </a:xfrm>
          <a:prstGeom xmlns:a="http://schemas.openxmlformats.org/drawingml/2006/main" prst="ellipse">
            <a:avLst/>
          </a:prstGeom>
          <a:solidFill xmlns:a="http://schemas.openxmlformats.org/drawingml/2006/main">
            <a:srgbClr val="14B8B4"/>
          </a:solidFill>
          <a:ln xmlns:a="http://schemas.openxmlformats.org/drawingml/2006/main" w="19050">
            <a:solidFill>
              <a:srgbClr val="FFFFFF"/>
            </a:solidFill>
            <a:prstDash val="solid"/>
          </a:ln>
        </p:spPr>
      </p:sp>
      <p:sp>
        <p:nvSpPr>
          <p:cNvPr id="76" name="">
            <a:extLst xmlns:a="http://schemas.openxmlformats.org/drawingml/2006/main">
              <a:ext uri="{FF2B5EF4-FFF2-40B4-BE49-F238E27FC236}">
                <a16:creationId xmlns:a16="http://schemas.microsoft.com/office/drawing/2014/main" id="{A511E3BB-4911-4FD6-A61E-C14DFE2D8DAF}"/>
              </a:ext>
            </a:extLst>
          </p:cNvPr>
          <p:cNvSpPr>
            <a:spLocks xmlns:a="http://schemas.openxmlformats.org/drawingml/2006/main" noGrp="1"/>
          </p:cNvSpPr>
          <p:nvPr/>
        </p:nvSpPr>
        <p:spPr>
          <a:xfrm xmlns:a="http://schemas.openxmlformats.org/drawingml/2006/main">
            <a:off x="4438650" y="4019550"/>
            <a:ext cx="152400" cy="152400"/>
          </a:xfrm>
          <a:prstGeom xmlns:a="http://schemas.openxmlformats.org/drawingml/2006/main" prst="ellipse">
            <a:avLst/>
          </a:prstGeom>
          <a:solidFill xmlns:a="http://schemas.openxmlformats.org/drawingml/2006/main">
            <a:srgbClr val="14B8B4"/>
          </a:solidFill>
          <a:ln xmlns:a="http://schemas.openxmlformats.org/drawingml/2006/main" w="19050">
            <a:solidFill>
              <a:srgbClr val="FFFFFF"/>
            </a:solidFill>
            <a:prstDash val="solid"/>
          </a:ln>
        </p:spPr>
      </p:sp>
      <p:sp>
        <p:nvSpPr>
          <p:cNvPr id="77" name="">
            <a:extLst xmlns:a="http://schemas.openxmlformats.org/drawingml/2006/main">
              <a:ext uri="{FF2B5EF4-FFF2-40B4-BE49-F238E27FC236}">
                <a16:creationId xmlns:a16="http://schemas.microsoft.com/office/drawing/2014/main" id="{70F91629-95FF-4363-AAFE-BF8A6A75491A}"/>
              </a:ext>
            </a:extLst>
          </p:cNvPr>
          <p:cNvSpPr>
            <a:spLocks xmlns:a="http://schemas.openxmlformats.org/drawingml/2006/main" noGrp="1"/>
          </p:cNvSpPr>
          <p:nvPr/>
        </p:nvSpPr>
        <p:spPr>
          <a:xfrm xmlns:a="http://schemas.openxmlformats.org/drawingml/2006/main">
            <a:off x="4438650" y="4305300"/>
            <a:ext cx="152400" cy="152400"/>
          </a:xfrm>
          <a:prstGeom xmlns:a="http://schemas.openxmlformats.org/drawingml/2006/main" prst="ellipse">
            <a:avLst/>
          </a:prstGeom>
          <a:solidFill xmlns:a="http://schemas.openxmlformats.org/drawingml/2006/main">
            <a:srgbClr val="14B8B4"/>
          </a:solidFill>
          <a:ln xmlns:a="http://schemas.openxmlformats.org/drawingml/2006/main" w="19050">
            <a:solidFill>
              <a:srgbClr val="FFFFFF"/>
            </a:solidFill>
            <a:prstDash val="solid"/>
          </a:ln>
        </p:spPr>
      </p:sp>
      <p:sp>
        <p:nvSpPr>
          <p:cNvPr id="78" name="">
            <a:extLst xmlns:a="http://schemas.openxmlformats.org/drawingml/2006/main">
              <a:ext uri="{FF2B5EF4-FFF2-40B4-BE49-F238E27FC236}">
                <a16:creationId xmlns:a16="http://schemas.microsoft.com/office/drawing/2014/main" id="{3AE48F5D-9AED-4548-9A43-E43D90B15142}"/>
              </a:ext>
            </a:extLst>
          </p:cNvPr>
          <p:cNvSpPr>
            <a:spLocks xmlns:a="http://schemas.openxmlformats.org/drawingml/2006/main" noGrp="1"/>
          </p:cNvSpPr>
          <p:nvPr/>
        </p:nvSpPr>
        <p:spPr>
          <a:xfrm xmlns:a="http://schemas.openxmlformats.org/drawingml/2006/main">
            <a:off x="5219700" y="2305050"/>
            <a:ext cx="152400" cy="152400"/>
          </a:xfrm>
          <a:prstGeom xmlns:a="http://schemas.openxmlformats.org/drawingml/2006/main" prst="ellipse">
            <a:avLst/>
          </a:prstGeom>
          <a:solidFill xmlns:a="http://schemas.openxmlformats.org/drawingml/2006/main">
            <a:srgbClr val="C9A227"/>
          </a:solidFill>
          <a:ln xmlns:a="http://schemas.openxmlformats.org/drawingml/2006/main" w="19050">
            <a:solidFill>
              <a:srgbClr val="FFFFFF"/>
            </a:solidFill>
            <a:prstDash val="solid"/>
          </a:ln>
        </p:spPr>
      </p:sp>
      <p:sp>
        <p:nvSpPr>
          <p:cNvPr id="79" name="">
            <a:extLst xmlns:a="http://schemas.openxmlformats.org/drawingml/2006/main">
              <a:ext uri="{FF2B5EF4-FFF2-40B4-BE49-F238E27FC236}">
                <a16:creationId xmlns:a16="http://schemas.microsoft.com/office/drawing/2014/main" id="{5A1B1926-83C5-4D11-AE86-796651B04038}"/>
              </a:ext>
            </a:extLst>
          </p:cNvPr>
          <p:cNvSpPr>
            <a:spLocks xmlns:a="http://schemas.openxmlformats.org/drawingml/2006/main" noGrp="1"/>
          </p:cNvSpPr>
          <p:nvPr/>
        </p:nvSpPr>
        <p:spPr>
          <a:xfrm xmlns:a="http://schemas.openxmlformats.org/drawingml/2006/main">
            <a:off x="5219700" y="2705100"/>
            <a:ext cx="152400" cy="152400"/>
          </a:xfrm>
          <a:prstGeom xmlns:a="http://schemas.openxmlformats.org/drawingml/2006/main" prst="ellipse">
            <a:avLst/>
          </a:prstGeom>
          <a:solidFill xmlns:a="http://schemas.openxmlformats.org/drawingml/2006/main">
            <a:srgbClr val="C9A227"/>
          </a:solidFill>
          <a:ln xmlns:a="http://schemas.openxmlformats.org/drawingml/2006/main" w="19050">
            <a:solidFill>
              <a:srgbClr val="FFFFFF"/>
            </a:solidFill>
            <a:prstDash val="solid"/>
          </a:ln>
        </p:spPr>
      </p:sp>
      <p:sp>
        <p:nvSpPr>
          <p:cNvPr id="80" name="">
            <a:extLst xmlns:a="http://schemas.openxmlformats.org/drawingml/2006/main">
              <a:ext uri="{FF2B5EF4-FFF2-40B4-BE49-F238E27FC236}">
                <a16:creationId xmlns:a16="http://schemas.microsoft.com/office/drawing/2014/main" id="{DB7A8909-6C17-4AF7-8797-53A2167F9082}"/>
              </a:ext>
            </a:extLst>
          </p:cNvPr>
          <p:cNvSpPr>
            <a:spLocks xmlns:a="http://schemas.openxmlformats.org/drawingml/2006/main" noGrp="1"/>
          </p:cNvSpPr>
          <p:nvPr/>
        </p:nvSpPr>
        <p:spPr>
          <a:xfrm xmlns:a="http://schemas.openxmlformats.org/drawingml/2006/main">
            <a:off x="5219700" y="3105150"/>
            <a:ext cx="152400" cy="152400"/>
          </a:xfrm>
          <a:prstGeom xmlns:a="http://schemas.openxmlformats.org/drawingml/2006/main" prst="ellipse">
            <a:avLst/>
          </a:prstGeom>
          <a:solidFill xmlns:a="http://schemas.openxmlformats.org/drawingml/2006/main">
            <a:srgbClr val="C9A227"/>
          </a:solidFill>
          <a:ln xmlns:a="http://schemas.openxmlformats.org/drawingml/2006/main" w="19050">
            <a:solidFill>
              <a:srgbClr val="FFFFFF"/>
            </a:solidFill>
            <a:prstDash val="solid"/>
          </a:ln>
        </p:spPr>
      </p:sp>
      <p:sp>
        <p:nvSpPr>
          <p:cNvPr id="81" name="">
            <a:extLst xmlns:a="http://schemas.openxmlformats.org/drawingml/2006/main">
              <a:ext uri="{FF2B5EF4-FFF2-40B4-BE49-F238E27FC236}">
                <a16:creationId xmlns:a16="http://schemas.microsoft.com/office/drawing/2014/main" id="{86EB9D21-DC8F-4CD2-870B-1A81A1E9E4C3}"/>
              </a:ext>
            </a:extLst>
          </p:cNvPr>
          <p:cNvSpPr>
            <a:spLocks xmlns:a="http://schemas.openxmlformats.org/drawingml/2006/main" noGrp="1"/>
          </p:cNvSpPr>
          <p:nvPr/>
        </p:nvSpPr>
        <p:spPr>
          <a:xfrm xmlns:a="http://schemas.openxmlformats.org/drawingml/2006/main">
            <a:off x="5219700" y="3505200"/>
            <a:ext cx="152400" cy="152400"/>
          </a:xfrm>
          <a:prstGeom xmlns:a="http://schemas.openxmlformats.org/drawingml/2006/main" prst="ellipse">
            <a:avLst/>
          </a:prstGeom>
          <a:solidFill xmlns:a="http://schemas.openxmlformats.org/drawingml/2006/main">
            <a:srgbClr val="C9A227"/>
          </a:solidFill>
          <a:ln xmlns:a="http://schemas.openxmlformats.org/drawingml/2006/main" w="19050">
            <a:solidFill>
              <a:srgbClr val="FFFFFF"/>
            </a:solidFill>
            <a:prstDash val="solid"/>
          </a:ln>
        </p:spPr>
      </p:sp>
      <p:sp>
        <p:nvSpPr>
          <p:cNvPr id="82" name="">
            <a:extLst xmlns:a="http://schemas.openxmlformats.org/drawingml/2006/main">
              <a:ext uri="{FF2B5EF4-FFF2-40B4-BE49-F238E27FC236}">
                <a16:creationId xmlns:a16="http://schemas.microsoft.com/office/drawing/2014/main" id="{EAD53F46-B821-4325-A73F-87A263CC64F3}"/>
              </a:ext>
            </a:extLst>
          </p:cNvPr>
          <p:cNvSpPr>
            <a:spLocks xmlns:a="http://schemas.openxmlformats.org/drawingml/2006/main" noGrp="1"/>
          </p:cNvSpPr>
          <p:nvPr/>
        </p:nvSpPr>
        <p:spPr>
          <a:xfrm xmlns:a="http://schemas.openxmlformats.org/drawingml/2006/main">
            <a:off x="5219700" y="3905250"/>
            <a:ext cx="152400" cy="152400"/>
          </a:xfrm>
          <a:prstGeom xmlns:a="http://schemas.openxmlformats.org/drawingml/2006/main" prst="ellipse">
            <a:avLst/>
          </a:prstGeom>
          <a:solidFill xmlns:a="http://schemas.openxmlformats.org/drawingml/2006/main">
            <a:srgbClr val="C9A227"/>
          </a:solidFill>
          <a:ln xmlns:a="http://schemas.openxmlformats.org/drawingml/2006/main" w="19050">
            <a:solidFill>
              <a:srgbClr val="FFFFFF"/>
            </a:solidFill>
            <a:prstDash val="solid"/>
          </a:ln>
        </p:spPr>
      </p:sp>
      <p:sp>
        <p:nvSpPr>
          <p:cNvPr id="83" name="">
            <a:extLst xmlns:a="http://schemas.openxmlformats.org/drawingml/2006/main">
              <a:ext uri="{FF2B5EF4-FFF2-40B4-BE49-F238E27FC236}">
                <a16:creationId xmlns:a16="http://schemas.microsoft.com/office/drawing/2014/main" id="{84A1662D-3E53-407B-ADEC-0D0461A8D5D9}"/>
              </a:ext>
            </a:extLst>
          </p:cNvPr>
          <p:cNvSpPr>
            <a:spLocks xmlns:a="http://schemas.openxmlformats.org/drawingml/2006/main" noGrp="1"/>
          </p:cNvSpPr>
          <p:nvPr/>
        </p:nvSpPr>
        <p:spPr>
          <a:xfrm xmlns:a="http://schemas.openxmlformats.org/drawingml/2006/main">
            <a:off x="5219700" y="4305300"/>
            <a:ext cx="152400" cy="152400"/>
          </a:xfrm>
          <a:prstGeom xmlns:a="http://schemas.openxmlformats.org/drawingml/2006/main" prst="ellipse">
            <a:avLst/>
          </a:prstGeom>
          <a:solidFill xmlns:a="http://schemas.openxmlformats.org/drawingml/2006/main">
            <a:srgbClr val="C9A227"/>
          </a:solidFill>
          <a:ln xmlns:a="http://schemas.openxmlformats.org/drawingml/2006/main" w="19050">
            <a:solidFill>
              <a:srgbClr val="FFFFFF"/>
            </a:solidFill>
            <a:prstDash val="solid"/>
          </a:ln>
        </p:spPr>
      </p:sp>
      <p:sp>
        <p:nvSpPr>
          <p:cNvPr id="84" name="">
            <a:extLst xmlns:a="http://schemas.openxmlformats.org/drawingml/2006/main">
              <a:ext uri="{FF2B5EF4-FFF2-40B4-BE49-F238E27FC236}">
                <a16:creationId xmlns:a16="http://schemas.microsoft.com/office/drawing/2014/main" id="{5752B48E-E591-4F7E-99CC-25114A685CDA}"/>
              </a:ext>
            </a:extLst>
          </p:cNvPr>
          <p:cNvSpPr>
            <a:spLocks xmlns:a="http://schemas.openxmlformats.org/drawingml/2006/main" noGrp="1"/>
          </p:cNvSpPr>
          <p:nvPr/>
        </p:nvSpPr>
        <p:spPr>
          <a:xfrm xmlns:a="http://schemas.openxmlformats.org/drawingml/2006/main">
            <a:off x="5991225" y="2667000"/>
            <a:ext cx="171450" cy="171450"/>
          </a:xfrm>
          <a:prstGeom xmlns:a="http://schemas.openxmlformats.org/drawingml/2006/main" prst="ellipse">
            <a:avLst/>
          </a:prstGeom>
          <a:solidFill xmlns:a="http://schemas.openxmlformats.org/drawingml/2006/main">
            <a:srgbClr val="D94F5C"/>
          </a:solidFill>
          <a:ln xmlns:a="http://schemas.openxmlformats.org/drawingml/2006/main" w="19050">
            <a:solidFill>
              <a:srgbClr val="FFFFFF"/>
            </a:solidFill>
            <a:prstDash val="solid"/>
          </a:ln>
        </p:spPr>
      </p:sp>
      <p:sp>
        <p:nvSpPr>
          <p:cNvPr id="85" name="">
            <a:extLst xmlns:a="http://schemas.openxmlformats.org/drawingml/2006/main">
              <a:ext uri="{FF2B5EF4-FFF2-40B4-BE49-F238E27FC236}">
                <a16:creationId xmlns:a16="http://schemas.microsoft.com/office/drawing/2014/main" id="{E1EFECA8-D617-457E-9030-7BDA7A15CD19}"/>
              </a:ext>
            </a:extLst>
          </p:cNvPr>
          <p:cNvSpPr>
            <a:spLocks xmlns:a="http://schemas.openxmlformats.org/drawingml/2006/main" noGrp="1"/>
          </p:cNvSpPr>
          <p:nvPr/>
        </p:nvSpPr>
        <p:spPr>
          <a:xfrm xmlns:a="http://schemas.openxmlformats.org/drawingml/2006/main">
            <a:off x="5991225" y="3086100"/>
            <a:ext cx="171450" cy="171450"/>
          </a:xfrm>
          <a:prstGeom xmlns:a="http://schemas.openxmlformats.org/drawingml/2006/main" prst="ellipse">
            <a:avLst/>
          </a:prstGeom>
          <a:solidFill xmlns:a="http://schemas.openxmlformats.org/drawingml/2006/main">
            <a:srgbClr val="D94F5C"/>
          </a:solidFill>
          <a:ln xmlns:a="http://schemas.openxmlformats.org/drawingml/2006/main" w="19050">
            <a:solidFill>
              <a:srgbClr val="FFFFFF"/>
            </a:solidFill>
            <a:prstDash val="solid"/>
          </a:ln>
        </p:spPr>
      </p:sp>
      <p:sp>
        <p:nvSpPr>
          <p:cNvPr id="86" name="">
            <a:extLst xmlns:a="http://schemas.openxmlformats.org/drawingml/2006/main">
              <a:ext uri="{FF2B5EF4-FFF2-40B4-BE49-F238E27FC236}">
                <a16:creationId xmlns:a16="http://schemas.microsoft.com/office/drawing/2014/main" id="{C480B8E9-5F88-4D3E-A2B8-F89F1E788D1D}"/>
              </a:ext>
            </a:extLst>
          </p:cNvPr>
          <p:cNvSpPr>
            <a:spLocks xmlns:a="http://schemas.openxmlformats.org/drawingml/2006/main" noGrp="1"/>
          </p:cNvSpPr>
          <p:nvPr/>
        </p:nvSpPr>
        <p:spPr>
          <a:xfrm xmlns:a="http://schemas.openxmlformats.org/drawingml/2006/main">
            <a:off x="5991225" y="3505200"/>
            <a:ext cx="171450" cy="171450"/>
          </a:xfrm>
          <a:prstGeom xmlns:a="http://schemas.openxmlformats.org/drawingml/2006/main" prst="ellipse">
            <a:avLst/>
          </a:prstGeom>
          <a:solidFill xmlns:a="http://schemas.openxmlformats.org/drawingml/2006/main">
            <a:srgbClr val="D94F5C"/>
          </a:solidFill>
          <a:ln xmlns:a="http://schemas.openxmlformats.org/drawingml/2006/main" w="19050">
            <a:solidFill>
              <a:srgbClr val="FFFFFF"/>
            </a:solidFill>
            <a:prstDash val="solid"/>
          </a:ln>
        </p:spPr>
      </p:sp>
      <p:sp>
        <p:nvSpPr>
          <p:cNvPr id="87" name="">
            <a:extLst xmlns:a="http://schemas.openxmlformats.org/drawingml/2006/main">
              <a:ext uri="{FF2B5EF4-FFF2-40B4-BE49-F238E27FC236}">
                <a16:creationId xmlns:a16="http://schemas.microsoft.com/office/drawing/2014/main" id="{052EABCB-A9E4-49E8-95A3-5794DB20D6F9}"/>
              </a:ext>
            </a:extLst>
          </p:cNvPr>
          <p:cNvSpPr>
            <a:spLocks xmlns:a="http://schemas.openxmlformats.org/drawingml/2006/main" noGrp="1"/>
          </p:cNvSpPr>
          <p:nvPr/>
        </p:nvSpPr>
        <p:spPr>
          <a:xfrm xmlns:a="http://schemas.openxmlformats.org/drawingml/2006/main">
            <a:off x="5991225" y="3924300"/>
            <a:ext cx="171450" cy="171450"/>
          </a:xfrm>
          <a:prstGeom xmlns:a="http://schemas.openxmlformats.org/drawingml/2006/main" prst="ellipse">
            <a:avLst/>
          </a:prstGeom>
          <a:solidFill xmlns:a="http://schemas.openxmlformats.org/drawingml/2006/main">
            <a:srgbClr val="D94F5C"/>
          </a:solidFill>
          <a:ln xmlns:a="http://schemas.openxmlformats.org/drawingml/2006/main" w="19050">
            <a:solidFill>
              <a:srgbClr val="FFFFFF"/>
            </a:solidFill>
            <a:prstDash val="solid"/>
          </a:ln>
        </p:spPr>
      </p:sp>
      <p:sp>
        <p:nvSpPr>
          <p:cNvPr id="88" name="">
            <a:extLst xmlns:a="http://schemas.openxmlformats.org/drawingml/2006/main">
              <a:ext uri="{FF2B5EF4-FFF2-40B4-BE49-F238E27FC236}">
                <a16:creationId xmlns:a16="http://schemas.microsoft.com/office/drawing/2014/main" id="{9A17486C-582D-4121-B705-5C62135A71BD}"/>
              </a:ext>
            </a:extLst>
          </p:cNvPr>
          <p:cNvSpPr>
            <a:spLocks xmlns:a="http://schemas.openxmlformats.org/drawingml/2006/main" noGrp="1"/>
          </p:cNvSpPr>
          <p:nvPr/>
        </p:nvSpPr>
        <p:spPr>
          <a:xfrm xmlns:a="http://schemas.openxmlformats.org/drawingml/2006/main">
            <a:off x="3733800" y="2543175"/>
            <a:ext cx="9525" cy="9525"/>
          </a:xfrm>
          <a:prstGeom xmlns:a="http://schemas.openxmlformats.org/drawingml/2006/main" prst="rect">
            <a:avLst/>
          </a:prstGeom>
          <a:ln xmlns:a="http://schemas.openxmlformats.org/drawingml/2006/main" w="0">
            <a:prstDash val="solid"/>
          </a:ln>
        </p:spPr>
      </p:sp>
      <p:sp>
        <p:nvSpPr>
          <p:cNvPr id="89" name="">
            <a:extLst xmlns:a="http://schemas.openxmlformats.org/drawingml/2006/main">
              <a:ext uri="{FF2B5EF4-FFF2-40B4-BE49-F238E27FC236}">
                <a16:creationId xmlns:a16="http://schemas.microsoft.com/office/drawing/2014/main" id="{156A884A-39CC-41E4-B94C-D1F769AF0B09}"/>
              </a:ext>
            </a:extLst>
          </p:cNvPr>
          <p:cNvSpPr>
            <a:spLocks xmlns:a="http://schemas.openxmlformats.org/drawingml/2006/main" noGrp="1"/>
          </p:cNvSpPr>
          <p:nvPr/>
        </p:nvSpPr>
        <p:spPr>
          <a:xfrm xmlns:a="http://schemas.openxmlformats.org/drawingml/2006/main">
            <a:off x="4514850" y="2381250"/>
            <a:ext cx="9525" cy="9525"/>
          </a:xfrm>
          <a:prstGeom xmlns:a="http://schemas.openxmlformats.org/drawingml/2006/main" prst="rect">
            <a:avLst/>
          </a:prstGeom>
          <a:ln xmlns:a="http://schemas.openxmlformats.org/drawingml/2006/main" w="0">
            <a:prstDash val="solid"/>
          </a:ln>
        </p:spPr>
      </p:sp>
      <p:cxnSp>
        <p:nvCxnSpPr>
          <p:cNvPr id="553" name=""/>
          <p:cNvCxnSpPr>
            <a:stCxn xmlns:a="http://schemas.openxmlformats.org/drawingml/2006/main" id="88" idx="3"/>
            <a:endCxn xmlns:a="http://schemas.openxmlformats.org/drawingml/2006/main" id="89" idx="1"/>
          </p:cNvCxnSpPr>
          <p:nvPr/>
        </p:nvCxnSpPr>
        <p:spPr>
          <a:xfrm xmlns:a="http://schemas.openxmlformats.org/drawingml/2006/main" flipV="1">
            <a:off x="3743325" y="2386013"/>
            <a:ext cx="771525" cy="161925"/>
          </a:xfrm>
          <a:prstGeom xmlns:a="http://schemas.openxmlformats.org/drawingml/2006/main" prst="straightConnector1">
            <a:avLst/>
          </a:prstGeom>
          <a:ln xmlns:a="http://schemas.openxmlformats.org/drawingml/2006/main" w="11430">
            <a:solidFill>
              <a:srgbClr val="91ABB8"/>
            </a:solidFill>
            <a:prstDash val="solid"/>
          </a:ln>
        </p:spPr>
      </p:cxnSp>
      <p:sp>
        <p:nvSpPr>
          <p:cNvPr id="91" name="">
            <a:extLst xmlns:a="http://schemas.openxmlformats.org/drawingml/2006/main">
              <a:ext uri="{FF2B5EF4-FFF2-40B4-BE49-F238E27FC236}">
                <a16:creationId xmlns:a16="http://schemas.microsoft.com/office/drawing/2014/main" id="{C2E40AC0-3947-4A1C-831C-DC6B1E1982C6}"/>
              </a:ext>
            </a:extLst>
          </p:cNvPr>
          <p:cNvSpPr>
            <a:spLocks xmlns:a="http://schemas.openxmlformats.org/drawingml/2006/main" noGrp="1"/>
          </p:cNvSpPr>
          <p:nvPr/>
        </p:nvSpPr>
        <p:spPr>
          <a:xfrm xmlns:a="http://schemas.openxmlformats.org/drawingml/2006/main">
            <a:off x="3733800" y="2543175"/>
            <a:ext cx="9525" cy="9525"/>
          </a:xfrm>
          <a:prstGeom xmlns:a="http://schemas.openxmlformats.org/drawingml/2006/main" prst="rect">
            <a:avLst/>
          </a:prstGeom>
          <a:ln xmlns:a="http://schemas.openxmlformats.org/drawingml/2006/main" w="0">
            <a:prstDash val="solid"/>
          </a:ln>
        </p:spPr>
      </p:sp>
      <p:sp>
        <p:nvSpPr>
          <p:cNvPr id="92" name="">
            <a:extLst xmlns:a="http://schemas.openxmlformats.org/drawingml/2006/main">
              <a:ext uri="{FF2B5EF4-FFF2-40B4-BE49-F238E27FC236}">
                <a16:creationId xmlns:a16="http://schemas.microsoft.com/office/drawing/2014/main" id="{6B807C3E-9AAD-4005-853F-16D23EBD4507}"/>
              </a:ext>
            </a:extLst>
          </p:cNvPr>
          <p:cNvSpPr>
            <a:spLocks xmlns:a="http://schemas.openxmlformats.org/drawingml/2006/main" noGrp="1"/>
          </p:cNvSpPr>
          <p:nvPr/>
        </p:nvSpPr>
        <p:spPr>
          <a:xfrm xmlns:a="http://schemas.openxmlformats.org/drawingml/2006/main">
            <a:off x="4514850" y="2667000"/>
            <a:ext cx="9525" cy="9525"/>
          </a:xfrm>
          <a:prstGeom xmlns:a="http://schemas.openxmlformats.org/drawingml/2006/main" prst="rect">
            <a:avLst/>
          </a:prstGeom>
          <a:ln xmlns:a="http://schemas.openxmlformats.org/drawingml/2006/main" w="0">
            <a:prstDash val="solid"/>
          </a:ln>
        </p:spPr>
      </p:sp>
      <p:cxnSp>
        <p:nvCxnSpPr>
          <p:cNvPr id="556" name=""/>
          <p:cNvCxnSpPr>
            <a:stCxn xmlns:a="http://schemas.openxmlformats.org/drawingml/2006/main" id="91" idx="3"/>
            <a:endCxn xmlns:a="http://schemas.openxmlformats.org/drawingml/2006/main" id="92" idx="1"/>
          </p:cNvCxnSpPr>
          <p:nvPr/>
        </p:nvCxnSpPr>
        <p:spPr>
          <a:xfrm xmlns:a="http://schemas.openxmlformats.org/drawingml/2006/main">
            <a:off x="3743325" y="2547938"/>
            <a:ext cx="771525" cy="123825"/>
          </a:xfrm>
          <a:prstGeom xmlns:a="http://schemas.openxmlformats.org/drawingml/2006/main" prst="straightConnector1">
            <a:avLst/>
          </a:prstGeom>
          <a:ln xmlns:a="http://schemas.openxmlformats.org/drawingml/2006/main" w="11430">
            <a:solidFill>
              <a:srgbClr val="91ABB8"/>
            </a:solidFill>
            <a:prstDash val="solid"/>
          </a:ln>
        </p:spPr>
      </p:cxnSp>
      <p:sp>
        <p:nvSpPr>
          <p:cNvPr id="94" name="">
            <a:extLst xmlns:a="http://schemas.openxmlformats.org/drawingml/2006/main">
              <a:ext uri="{FF2B5EF4-FFF2-40B4-BE49-F238E27FC236}">
                <a16:creationId xmlns:a16="http://schemas.microsoft.com/office/drawing/2014/main" id="{AA388615-E86D-481D-B168-481FF8C3A7FA}"/>
              </a:ext>
            </a:extLst>
          </p:cNvPr>
          <p:cNvSpPr>
            <a:spLocks xmlns:a="http://schemas.openxmlformats.org/drawingml/2006/main" noGrp="1"/>
          </p:cNvSpPr>
          <p:nvPr/>
        </p:nvSpPr>
        <p:spPr>
          <a:xfrm xmlns:a="http://schemas.openxmlformats.org/drawingml/2006/main">
            <a:off x="3733800" y="2543175"/>
            <a:ext cx="9525" cy="9525"/>
          </a:xfrm>
          <a:prstGeom xmlns:a="http://schemas.openxmlformats.org/drawingml/2006/main" prst="rect">
            <a:avLst/>
          </a:prstGeom>
          <a:ln xmlns:a="http://schemas.openxmlformats.org/drawingml/2006/main" w="0">
            <a:prstDash val="solid"/>
          </a:ln>
        </p:spPr>
      </p:sp>
      <p:sp>
        <p:nvSpPr>
          <p:cNvPr id="95" name="">
            <a:extLst xmlns:a="http://schemas.openxmlformats.org/drawingml/2006/main">
              <a:ext uri="{FF2B5EF4-FFF2-40B4-BE49-F238E27FC236}">
                <a16:creationId xmlns:a16="http://schemas.microsoft.com/office/drawing/2014/main" id="{665D9112-4157-4AAA-B063-811960D43387}"/>
              </a:ext>
            </a:extLst>
          </p:cNvPr>
          <p:cNvSpPr>
            <a:spLocks xmlns:a="http://schemas.openxmlformats.org/drawingml/2006/main" noGrp="1"/>
          </p:cNvSpPr>
          <p:nvPr/>
        </p:nvSpPr>
        <p:spPr>
          <a:xfrm xmlns:a="http://schemas.openxmlformats.org/drawingml/2006/main">
            <a:off x="4514850" y="2952750"/>
            <a:ext cx="9525" cy="9525"/>
          </a:xfrm>
          <a:prstGeom xmlns:a="http://schemas.openxmlformats.org/drawingml/2006/main" prst="rect">
            <a:avLst/>
          </a:prstGeom>
          <a:ln xmlns:a="http://schemas.openxmlformats.org/drawingml/2006/main" w="0">
            <a:prstDash val="solid"/>
          </a:ln>
        </p:spPr>
      </p:sp>
      <p:cxnSp>
        <p:nvCxnSpPr>
          <p:cNvPr id="559" name=""/>
          <p:cNvCxnSpPr>
            <a:stCxn xmlns:a="http://schemas.openxmlformats.org/drawingml/2006/main" id="94" idx="3"/>
            <a:endCxn xmlns:a="http://schemas.openxmlformats.org/drawingml/2006/main" id="95" idx="1"/>
          </p:cNvCxnSpPr>
          <p:nvPr/>
        </p:nvCxnSpPr>
        <p:spPr>
          <a:xfrm xmlns:a="http://schemas.openxmlformats.org/drawingml/2006/main">
            <a:off x="3743325" y="2547938"/>
            <a:ext cx="771525" cy="409575"/>
          </a:xfrm>
          <a:prstGeom xmlns:a="http://schemas.openxmlformats.org/drawingml/2006/main" prst="straightConnector1">
            <a:avLst/>
          </a:prstGeom>
          <a:ln xmlns:a="http://schemas.openxmlformats.org/drawingml/2006/main" w="11430">
            <a:solidFill>
              <a:srgbClr val="91ABB8"/>
            </a:solidFill>
            <a:prstDash val="solid"/>
          </a:ln>
        </p:spPr>
      </p:cxnSp>
      <p:sp>
        <p:nvSpPr>
          <p:cNvPr id="97" name="">
            <a:extLst xmlns:a="http://schemas.openxmlformats.org/drawingml/2006/main">
              <a:ext uri="{FF2B5EF4-FFF2-40B4-BE49-F238E27FC236}">
                <a16:creationId xmlns:a16="http://schemas.microsoft.com/office/drawing/2014/main" id="{F298C63F-523C-4449-88EE-6047C7CB4392}"/>
              </a:ext>
            </a:extLst>
          </p:cNvPr>
          <p:cNvSpPr>
            <a:spLocks xmlns:a="http://schemas.openxmlformats.org/drawingml/2006/main" noGrp="1"/>
          </p:cNvSpPr>
          <p:nvPr/>
        </p:nvSpPr>
        <p:spPr>
          <a:xfrm xmlns:a="http://schemas.openxmlformats.org/drawingml/2006/main">
            <a:off x="3733800" y="2543175"/>
            <a:ext cx="9525" cy="9525"/>
          </a:xfrm>
          <a:prstGeom xmlns:a="http://schemas.openxmlformats.org/drawingml/2006/main" prst="rect">
            <a:avLst/>
          </a:prstGeom>
          <a:ln xmlns:a="http://schemas.openxmlformats.org/drawingml/2006/main" w="0">
            <a:prstDash val="solid"/>
          </a:ln>
        </p:spPr>
      </p:sp>
      <p:sp>
        <p:nvSpPr>
          <p:cNvPr id="98" name="">
            <a:extLst xmlns:a="http://schemas.openxmlformats.org/drawingml/2006/main">
              <a:ext uri="{FF2B5EF4-FFF2-40B4-BE49-F238E27FC236}">
                <a16:creationId xmlns:a16="http://schemas.microsoft.com/office/drawing/2014/main" id="{472AEFED-ED72-4DDF-9296-D64E0CCE411A}"/>
              </a:ext>
            </a:extLst>
          </p:cNvPr>
          <p:cNvSpPr>
            <a:spLocks xmlns:a="http://schemas.openxmlformats.org/drawingml/2006/main" noGrp="1"/>
          </p:cNvSpPr>
          <p:nvPr/>
        </p:nvSpPr>
        <p:spPr>
          <a:xfrm xmlns:a="http://schemas.openxmlformats.org/drawingml/2006/main">
            <a:off x="4514850" y="3238500"/>
            <a:ext cx="9525" cy="9525"/>
          </a:xfrm>
          <a:prstGeom xmlns:a="http://schemas.openxmlformats.org/drawingml/2006/main" prst="rect">
            <a:avLst/>
          </a:prstGeom>
          <a:ln xmlns:a="http://schemas.openxmlformats.org/drawingml/2006/main" w="0">
            <a:prstDash val="solid"/>
          </a:ln>
        </p:spPr>
      </p:sp>
      <p:cxnSp>
        <p:nvCxnSpPr>
          <p:cNvPr id="562" name=""/>
          <p:cNvCxnSpPr>
            <a:stCxn xmlns:a="http://schemas.openxmlformats.org/drawingml/2006/main" id="97" idx="3"/>
            <a:endCxn xmlns:a="http://schemas.openxmlformats.org/drawingml/2006/main" id="98" idx="1"/>
          </p:cNvCxnSpPr>
          <p:nvPr/>
        </p:nvCxnSpPr>
        <p:spPr>
          <a:xfrm xmlns:a="http://schemas.openxmlformats.org/drawingml/2006/main">
            <a:off x="3743325" y="2547938"/>
            <a:ext cx="771525" cy="695325"/>
          </a:xfrm>
          <a:prstGeom xmlns:a="http://schemas.openxmlformats.org/drawingml/2006/main" prst="straightConnector1">
            <a:avLst/>
          </a:prstGeom>
          <a:ln xmlns:a="http://schemas.openxmlformats.org/drawingml/2006/main" w="11430">
            <a:solidFill>
              <a:srgbClr val="91ABB8"/>
            </a:solidFill>
            <a:prstDash val="solid"/>
          </a:ln>
        </p:spPr>
      </p:cxnSp>
      <p:sp>
        <p:nvSpPr>
          <p:cNvPr id="100" name="">
            <a:extLst xmlns:a="http://schemas.openxmlformats.org/drawingml/2006/main">
              <a:ext uri="{FF2B5EF4-FFF2-40B4-BE49-F238E27FC236}">
                <a16:creationId xmlns:a16="http://schemas.microsoft.com/office/drawing/2014/main" id="{24E4B579-186A-4B66-9663-497819BE5C52}"/>
              </a:ext>
            </a:extLst>
          </p:cNvPr>
          <p:cNvSpPr>
            <a:spLocks xmlns:a="http://schemas.openxmlformats.org/drawingml/2006/main" noGrp="1"/>
          </p:cNvSpPr>
          <p:nvPr/>
        </p:nvSpPr>
        <p:spPr>
          <a:xfrm xmlns:a="http://schemas.openxmlformats.org/drawingml/2006/main">
            <a:off x="3733800" y="2543175"/>
            <a:ext cx="9525" cy="9525"/>
          </a:xfrm>
          <a:prstGeom xmlns:a="http://schemas.openxmlformats.org/drawingml/2006/main" prst="rect">
            <a:avLst/>
          </a:prstGeom>
          <a:ln xmlns:a="http://schemas.openxmlformats.org/drawingml/2006/main" w="0">
            <a:prstDash val="solid"/>
          </a:ln>
        </p:spPr>
      </p:sp>
      <p:sp>
        <p:nvSpPr>
          <p:cNvPr id="101" name="">
            <a:extLst xmlns:a="http://schemas.openxmlformats.org/drawingml/2006/main">
              <a:ext uri="{FF2B5EF4-FFF2-40B4-BE49-F238E27FC236}">
                <a16:creationId xmlns:a16="http://schemas.microsoft.com/office/drawing/2014/main" id="{EBEA99A2-8100-42F8-8DFD-E395E03BA3E6}"/>
              </a:ext>
            </a:extLst>
          </p:cNvPr>
          <p:cNvSpPr>
            <a:spLocks xmlns:a="http://schemas.openxmlformats.org/drawingml/2006/main" noGrp="1"/>
          </p:cNvSpPr>
          <p:nvPr/>
        </p:nvSpPr>
        <p:spPr>
          <a:xfrm xmlns:a="http://schemas.openxmlformats.org/drawingml/2006/main">
            <a:off x="4514850" y="3524250"/>
            <a:ext cx="9525" cy="9525"/>
          </a:xfrm>
          <a:prstGeom xmlns:a="http://schemas.openxmlformats.org/drawingml/2006/main" prst="rect">
            <a:avLst/>
          </a:prstGeom>
          <a:ln xmlns:a="http://schemas.openxmlformats.org/drawingml/2006/main" w="0">
            <a:prstDash val="solid"/>
          </a:ln>
        </p:spPr>
      </p:sp>
      <p:cxnSp>
        <p:nvCxnSpPr>
          <p:cNvPr id="565" name=""/>
          <p:cNvCxnSpPr>
            <a:stCxn xmlns:a="http://schemas.openxmlformats.org/drawingml/2006/main" id="100" idx="2"/>
            <a:endCxn xmlns:a="http://schemas.openxmlformats.org/drawingml/2006/main" id="101" idx="0"/>
          </p:cNvCxnSpPr>
          <p:nvPr/>
        </p:nvCxnSpPr>
        <p:spPr>
          <a:xfrm xmlns:a="http://schemas.openxmlformats.org/drawingml/2006/main">
            <a:off x="3738563" y="2552700"/>
            <a:ext cx="781050" cy="971550"/>
          </a:xfrm>
          <a:prstGeom xmlns:a="http://schemas.openxmlformats.org/drawingml/2006/main" prst="straightConnector1">
            <a:avLst/>
          </a:prstGeom>
          <a:ln xmlns:a="http://schemas.openxmlformats.org/drawingml/2006/main" w="11430">
            <a:solidFill>
              <a:srgbClr val="91ABB8"/>
            </a:solidFill>
            <a:prstDash val="solid"/>
          </a:ln>
        </p:spPr>
      </p:cxnSp>
      <p:sp>
        <p:nvSpPr>
          <p:cNvPr id="103" name="">
            <a:extLst xmlns:a="http://schemas.openxmlformats.org/drawingml/2006/main">
              <a:ext uri="{FF2B5EF4-FFF2-40B4-BE49-F238E27FC236}">
                <a16:creationId xmlns:a16="http://schemas.microsoft.com/office/drawing/2014/main" id="{B7072790-1AAE-4D27-B76B-8C5F091E977D}"/>
              </a:ext>
            </a:extLst>
          </p:cNvPr>
          <p:cNvSpPr>
            <a:spLocks xmlns:a="http://schemas.openxmlformats.org/drawingml/2006/main" noGrp="1"/>
          </p:cNvSpPr>
          <p:nvPr/>
        </p:nvSpPr>
        <p:spPr>
          <a:xfrm xmlns:a="http://schemas.openxmlformats.org/drawingml/2006/main">
            <a:off x="3733800" y="2543175"/>
            <a:ext cx="9525" cy="9525"/>
          </a:xfrm>
          <a:prstGeom xmlns:a="http://schemas.openxmlformats.org/drawingml/2006/main" prst="rect">
            <a:avLst/>
          </a:prstGeom>
          <a:ln xmlns:a="http://schemas.openxmlformats.org/drawingml/2006/main" w="0">
            <a:prstDash val="solid"/>
          </a:ln>
        </p:spPr>
      </p:sp>
      <p:sp>
        <p:nvSpPr>
          <p:cNvPr id="104" name="">
            <a:extLst xmlns:a="http://schemas.openxmlformats.org/drawingml/2006/main">
              <a:ext uri="{FF2B5EF4-FFF2-40B4-BE49-F238E27FC236}">
                <a16:creationId xmlns:a16="http://schemas.microsoft.com/office/drawing/2014/main" id="{ACD0BA86-3123-4B69-82A1-DF426DC7C0F1}"/>
              </a:ext>
            </a:extLst>
          </p:cNvPr>
          <p:cNvSpPr>
            <a:spLocks xmlns:a="http://schemas.openxmlformats.org/drawingml/2006/main" noGrp="1"/>
          </p:cNvSpPr>
          <p:nvPr/>
        </p:nvSpPr>
        <p:spPr>
          <a:xfrm xmlns:a="http://schemas.openxmlformats.org/drawingml/2006/main">
            <a:off x="4514850" y="3810000"/>
            <a:ext cx="9525" cy="9525"/>
          </a:xfrm>
          <a:prstGeom xmlns:a="http://schemas.openxmlformats.org/drawingml/2006/main" prst="rect">
            <a:avLst/>
          </a:prstGeom>
          <a:ln xmlns:a="http://schemas.openxmlformats.org/drawingml/2006/main" w="0">
            <a:prstDash val="solid"/>
          </a:ln>
        </p:spPr>
      </p:sp>
      <p:cxnSp>
        <p:nvCxnSpPr>
          <p:cNvPr id="568" name=""/>
          <p:cNvCxnSpPr>
            <a:stCxn xmlns:a="http://schemas.openxmlformats.org/drawingml/2006/main" id="103" idx="2"/>
            <a:endCxn xmlns:a="http://schemas.openxmlformats.org/drawingml/2006/main" id="104" idx="0"/>
          </p:cNvCxnSpPr>
          <p:nvPr/>
        </p:nvCxnSpPr>
        <p:spPr>
          <a:xfrm xmlns:a="http://schemas.openxmlformats.org/drawingml/2006/main">
            <a:off x="3738563" y="2552700"/>
            <a:ext cx="781050" cy="1257300"/>
          </a:xfrm>
          <a:prstGeom xmlns:a="http://schemas.openxmlformats.org/drawingml/2006/main" prst="straightConnector1">
            <a:avLst/>
          </a:prstGeom>
          <a:ln xmlns:a="http://schemas.openxmlformats.org/drawingml/2006/main" w="11430">
            <a:solidFill>
              <a:srgbClr val="91ABB8"/>
            </a:solidFill>
            <a:prstDash val="solid"/>
          </a:ln>
        </p:spPr>
      </p:cxnSp>
      <p:sp>
        <p:nvSpPr>
          <p:cNvPr id="106" name="">
            <a:extLst xmlns:a="http://schemas.openxmlformats.org/drawingml/2006/main">
              <a:ext uri="{FF2B5EF4-FFF2-40B4-BE49-F238E27FC236}">
                <a16:creationId xmlns:a16="http://schemas.microsoft.com/office/drawing/2014/main" id="{767EF586-7CEA-4BDC-8C69-84F95C6FA4FB}"/>
              </a:ext>
            </a:extLst>
          </p:cNvPr>
          <p:cNvSpPr>
            <a:spLocks xmlns:a="http://schemas.openxmlformats.org/drawingml/2006/main" noGrp="1"/>
          </p:cNvSpPr>
          <p:nvPr/>
        </p:nvSpPr>
        <p:spPr>
          <a:xfrm xmlns:a="http://schemas.openxmlformats.org/drawingml/2006/main">
            <a:off x="3733800" y="2543175"/>
            <a:ext cx="9525" cy="9525"/>
          </a:xfrm>
          <a:prstGeom xmlns:a="http://schemas.openxmlformats.org/drawingml/2006/main" prst="rect">
            <a:avLst/>
          </a:prstGeom>
          <a:ln xmlns:a="http://schemas.openxmlformats.org/drawingml/2006/main" w="0">
            <a:prstDash val="solid"/>
          </a:ln>
        </p:spPr>
      </p:sp>
      <p:sp>
        <p:nvSpPr>
          <p:cNvPr id="107" name="">
            <a:extLst xmlns:a="http://schemas.openxmlformats.org/drawingml/2006/main">
              <a:ext uri="{FF2B5EF4-FFF2-40B4-BE49-F238E27FC236}">
                <a16:creationId xmlns:a16="http://schemas.microsoft.com/office/drawing/2014/main" id="{F6A7A525-32F5-4E90-80F5-AF4B514A6B1D}"/>
              </a:ext>
            </a:extLst>
          </p:cNvPr>
          <p:cNvSpPr>
            <a:spLocks xmlns:a="http://schemas.openxmlformats.org/drawingml/2006/main" noGrp="1"/>
          </p:cNvSpPr>
          <p:nvPr/>
        </p:nvSpPr>
        <p:spPr>
          <a:xfrm xmlns:a="http://schemas.openxmlformats.org/drawingml/2006/main">
            <a:off x="4514850" y="4095750"/>
            <a:ext cx="9525" cy="9525"/>
          </a:xfrm>
          <a:prstGeom xmlns:a="http://schemas.openxmlformats.org/drawingml/2006/main" prst="rect">
            <a:avLst/>
          </a:prstGeom>
          <a:ln xmlns:a="http://schemas.openxmlformats.org/drawingml/2006/main" w="0">
            <a:prstDash val="solid"/>
          </a:ln>
        </p:spPr>
      </p:sp>
      <p:cxnSp>
        <p:nvCxnSpPr>
          <p:cNvPr id="571" name=""/>
          <p:cNvCxnSpPr>
            <a:stCxn xmlns:a="http://schemas.openxmlformats.org/drawingml/2006/main" id="106" idx="2"/>
            <a:endCxn xmlns:a="http://schemas.openxmlformats.org/drawingml/2006/main" id="107" idx="0"/>
          </p:cNvCxnSpPr>
          <p:nvPr/>
        </p:nvCxnSpPr>
        <p:spPr>
          <a:xfrm xmlns:a="http://schemas.openxmlformats.org/drawingml/2006/main">
            <a:off x="3738563" y="2552700"/>
            <a:ext cx="781050" cy="1543050"/>
          </a:xfrm>
          <a:prstGeom xmlns:a="http://schemas.openxmlformats.org/drawingml/2006/main" prst="straightConnector1">
            <a:avLst/>
          </a:prstGeom>
          <a:ln xmlns:a="http://schemas.openxmlformats.org/drawingml/2006/main" w="11430">
            <a:solidFill>
              <a:srgbClr val="91ABB8"/>
            </a:solidFill>
            <a:prstDash val="solid"/>
          </a:ln>
        </p:spPr>
      </p:cxnSp>
      <p:sp>
        <p:nvSpPr>
          <p:cNvPr id="109" name="">
            <a:extLst xmlns:a="http://schemas.openxmlformats.org/drawingml/2006/main">
              <a:ext uri="{FF2B5EF4-FFF2-40B4-BE49-F238E27FC236}">
                <a16:creationId xmlns:a16="http://schemas.microsoft.com/office/drawing/2014/main" id="{BECE272F-6FB1-447C-AA76-C8EF7A595B1C}"/>
              </a:ext>
            </a:extLst>
          </p:cNvPr>
          <p:cNvSpPr>
            <a:spLocks xmlns:a="http://schemas.openxmlformats.org/drawingml/2006/main" noGrp="1"/>
          </p:cNvSpPr>
          <p:nvPr/>
        </p:nvSpPr>
        <p:spPr>
          <a:xfrm xmlns:a="http://schemas.openxmlformats.org/drawingml/2006/main">
            <a:off x="3733800" y="2543175"/>
            <a:ext cx="9525" cy="9525"/>
          </a:xfrm>
          <a:prstGeom xmlns:a="http://schemas.openxmlformats.org/drawingml/2006/main" prst="rect">
            <a:avLst/>
          </a:prstGeom>
          <a:ln xmlns:a="http://schemas.openxmlformats.org/drawingml/2006/main" w="0">
            <a:prstDash val="solid"/>
          </a:ln>
        </p:spPr>
      </p:sp>
      <p:sp>
        <p:nvSpPr>
          <p:cNvPr id="110" name="">
            <a:extLst xmlns:a="http://schemas.openxmlformats.org/drawingml/2006/main">
              <a:ext uri="{FF2B5EF4-FFF2-40B4-BE49-F238E27FC236}">
                <a16:creationId xmlns:a16="http://schemas.microsoft.com/office/drawing/2014/main" id="{067CDBE6-8BD5-4591-8386-BAC94EC094B7}"/>
              </a:ext>
            </a:extLst>
          </p:cNvPr>
          <p:cNvSpPr>
            <a:spLocks xmlns:a="http://schemas.openxmlformats.org/drawingml/2006/main" noGrp="1"/>
          </p:cNvSpPr>
          <p:nvPr/>
        </p:nvSpPr>
        <p:spPr>
          <a:xfrm xmlns:a="http://schemas.openxmlformats.org/drawingml/2006/main">
            <a:off x="4514850" y="4381500"/>
            <a:ext cx="9525" cy="9525"/>
          </a:xfrm>
          <a:prstGeom xmlns:a="http://schemas.openxmlformats.org/drawingml/2006/main" prst="rect">
            <a:avLst/>
          </a:prstGeom>
          <a:ln xmlns:a="http://schemas.openxmlformats.org/drawingml/2006/main" w="0">
            <a:prstDash val="solid"/>
          </a:ln>
        </p:spPr>
      </p:sp>
      <p:cxnSp>
        <p:nvCxnSpPr>
          <p:cNvPr id="574" name=""/>
          <p:cNvCxnSpPr>
            <a:stCxn xmlns:a="http://schemas.openxmlformats.org/drawingml/2006/main" id="109" idx="2"/>
            <a:endCxn xmlns:a="http://schemas.openxmlformats.org/drawingml/2006/main" id="110" idx="0"/>
          </p:cNvCxnSpPr>
          <p:nvPr/>
        </p:nvCxnSpPr>
        <p:spPr>
          <a:xfrm xmlns:a="http://schemas.openxmlformats.org/drawingml/2006/main">
            <a:off x="3738563" y="2552700"/>
            <a:ext cx="781050" cy="1828800"/>
          </a:xfrm>
          <a:prstGeom xmlns:a="http://schemas.openxmlformats.org/drawingml/2006/main" prst="straightConnector1">
            <a:avLst/>
          </a:prstGeom>
          <a:ln xmlns:a="http://schemas.openxmlformats.org/drawingml/2006/main" w="11430">
            <a:solidFill>
              <a:srgbClr val="91ABB8"/>
            </a:solidFill>
            <a:prstDash val="solid"/>
          </a:ln>
        </p:spPr>
      </p:cxnSp>
      <p:sp>
        <p:nvSpPr>
          <p:cNvPr id="112" name="">
            <a:extLst xmlns:a="http://schemas.openxmlformats.org/drawingml/2006/main">
              <a:ext uri="{FF2B5EF4-FFF2-40B4-BE49-F238E27FC236}">
                <a16:creationId xmlns:a16="http://schemas.microsoft.com/office/drawing/2014/main" id="{5DEF310E-A9E5-4FEF-B9F9-69A9C6576553}"/>
              </a:ext>
            </a:extLst>
          </p:cNvPr>
          <p:cNvSpPr>
            <a:spLocks xmlns:a="http://schemas.openxmlformats.org/drawingml/2006/main" noGrp="1"/>
          </p:cNvSpPr>
          <p:nvPr/>
        </p:nvSpPr>
        <p:spPr>
          <a:xfrm xmlns:a="http://schemas.openxmlformats.org/drawingml/2006/main">
            <a:off x="3733800" y="2962275"/>
            <a:ext cx="9525" cy="9525"/>
          </a:xfrm>
          <a:prstGeom xmlns:a="http://schemas.openxmlformats.org/drawingml/2006/main" prst="rect">
            <a:avLst/>
          </a:prstGeom>
          <a:ln xmlns:a="http://schemas.openxmlformats.org/drawingml/2006/main" w="0">
            <a:prstDash val="solid"/>
          </a:ln>
        </p:spPr>
      </p:sp>
      <p:sp>
        <p:nvSpPr>
          <p:cNvPr id="113" name="">
            <a:extLst xmlns:a="http://schemas.openxmlformats.org/drawingml/2006/main">
              <a:ext uri="{FF2B5EF4-FFF2-40B4-BE49-F238E27FC236}">
                <a16:creationId xmlns:a16="http://schemas.microsoft.com/office/drawing/2014/main" id="{91DD5997-5328-4D51-B1CF-358E504455B0}"/>
              </a:ext>
            </a:extLst>
          </p:cNvPr>
          <p:cNvSpPr>
            <a:spLocks xmlns:a="http://schemas.openxmlformats.org/drawingml/2006/main" noGrp="1"/>
          </p:cNvSpPr>
          <p:nvPr/>
        </p:nvSpPr>
        <p:spPr>
          <a:xfrm xmlns:a="http://schemas.openxmlformats.org/drawingml/2006/main">
            <a:off x="4514850" y="2381250"/>
            <a:ext cx="9525" cy="9525"/>
          </a:xfrm>
          <a:prstGeom xmlns:a="http://schemas.openxmlformats.org/drawingml/2006/main" prst="rect">
            <a:avLst/>
          </a:prstGeom>
          <a:ln xmlns:a="http://schemas.openxmlformats.org/drawingml/2006/main" w="0">
            <a:prstDash val="solid"/>
          </a:ln>
        </p:spPr>
      </p:sp>
      <p:cxnSp>
        <p:nvCxnSpPr>
          <p:cNvPr id="577" name=""/>
          <p:cNvCxnSpPr>
            <a:stCxn xmlns:a="http://schemas.openxmlformats.org/drawingml/2006/main" id="112" idx="3"/>
            <a:endCxn xmlns:a="http://schemas.openxmlformats.org/drawingml/2006/main" id="113" idx="1"/>
          </p:cNvCxnSpPr>
          <p:nvPr/>
        </p:nvCxnSpPr>
        <p:spPr>
          <a:xfrm xmlns:a="http://schemas.openxmlformats.org/drawingml/2006/main" flipV="1">
            <a:off x="3743325" y="2386013"/>
            <a:ext cx="771525" cy="581025"/>
          </a:xfrm>
          <a:prstGeom xmlns:a="http://schemas.openxmlformats.org/drawingml/2006/main" prst="straightConnector1">
            <a:avLst/>
          </a:prstGeom>
          <a:ln xmlns:a="http://schemas.openxmlformats.org/drawingml/2006/main" w="11430">
            <a:solidFill>
              <a:srgbClr val="91ABB8"/>
            </a:solidFill>
            <a:prstDash val="solid"/>
          </a:ln>
        </p:spPr>
      </p:cxnSp>
      <p:sp>
        <p:nvSpPr>
          <p:cNvPr id="115" name="">
            <a:extLst xmlns:a="http://schemas.openxmlformats.org/drawingml/2006/main">
              <a:ext uri="{FF2B5EF4-FFF2-40B4-BE49-F238E27FC236}">
                <a16:creationId xmlns:a16="http://schemas.microsoft.com/office/drawing/2014/main" id="{473E56AF-B386-43F5-9706-D74664CC1623}"/>
              </a:ext>
            </a:extLst>
          </p:cNvPr>
          <p:cNvSpPr>
            <a:spLocks xmlns:a="http://schemas.openxmlformats.org/drawingml/2006/main" noGrp="1"/>
          </p:cNvSpPr>
          <p:nvPr/>
        </p:nvSpPr>
        <p:spPr>
          <a:xfrm xmlns:a="http://schemas.openxmlformats.org/drawingml/2006/main">
            <a:off x="3733800" y="2962275"/>
            <a:ext cx="9525" cy="9525"/>
          </a:xfrm>
          <a:prstGeom xmlns:a="http://schemas.openxmlformats.org/drawingml/2006/main" prst="rect">
            <a:avLst/>
          </a:prstGeom>
          <a:ln xmlns:a="http://schemas.openxmlformats.org/drawingml/2006/main" w="0">
            <a:prstDash val="solid"/>
          </a:ln>
        </p:spPr>
      </p:sp>
      <p:sp>
        <p:nvSpPr>
          <p:cNvPr id="116" name="">
            <a:extLst xmlns:a="http://schemas.openxmlformats.org/drawingml/2006/main">
              <a:ext uri="{FF2B5EF4-FFF2-40B4-BE49-F238E27FC236}">
                <a16:creationId xmlns:a16="http://schemas.microsoft.com/office/drawing/2014/main" id="{F4BE2E68-349B-4F76-92DF-3B285E9F50E8}"/>
              </a:ext>
            </a:extLst>
          </p:cNvPr>
          <p:cNvSpPr>
            <a:spLocks xmlns:a="http://schemas.openxmlformats.org/drawingml/2006/main" noGrp="1"/>
          </p:cNvSpPr>
          <p:nvPr/>
        </p:nvSpPr>
        <p:spPr>
          <a:xfrm xmlns:a="http://schemas.openxmlformats.org/drawingml/2006/main">
            <a:off x="4514850" y="2667000"/>
            <a:ext cx="9525" cy="9525"/>
          </a:xfrm>
          <a:prstGeom xmlns:a="http://schemas.openxmlformats.org/drawingml/2006/main" prst="rect">
            <a:avLst/>
          </a:prstGeom>
          <a:ln xmlns:a="http://schemas.openxmlformats.org/drawingml/2006/main" w="0">
            <a:prstDash val="solid"/>
          </a:ln>
        </p:spPr>
      </p:sp>
      <p:cxnSp>
        <p:nvCxnSpPr>
          <p:cNvPr id="580" name=""/>
          <p:cNvCxnSpPr>
            <a:stCxn xmlns:a="http://schemas.openxmlformats.org/drawingml/2006/main" id="115" idx="3"/>
            <a:endCxn xmlns:a="http://schemas.openxmlformats.org/drawingml/2006/main" id="116" idx="1"/>
          </p:cNvCxnSpPr>
          <p:nvPr/>
        </p:nvCxnSpPr>
        <p:spPr>
          <a:xfrm xmlns:a="http://schemas.openxmlformats.org/drawingml/2006/main" flipV="1">
            <a:off x="3743325" y="2671763"/>
            <a:ext cx="771525" cy="295275"/>
          </a:xfrm>
          <a:prstGeom xmlns:a="http://schemas.openxmlformats.org/drawingml/2006/main" prst="straightConnector1">
            <a:avLst/>
          </a:prstGeom>
          <a:ln xmlns:a="http://schemas.openxmlformats.org/drawingml/2006/main" w="11430">
            <a:solidFill>
              <a:srgbClr val="91ABB8"/>
            </a:solidFill>
            <a:prstDash val="solid"/>
          </a:ln>
        </p:spPr>
      </p:cxnSp>
      <p:sp>
        <p:nvSpPr>
          <p:cNvPr id="118" name="">
            <a:extLst xmlns:a="http://schemas.openxmlformats.org/drawingml/2006/main">
              <a:ext uri="{FF2B5EF4-FFF2-40B4-BE49-F238E27FC236}">
                <a16:creationId xmlns:a16="http://schemas.microsoft.com/office/drawing/2014/main" id="{E88DC778-F52C-4FBC-86E6-72D4DCAEFF7D}"/>
              </a:ext>
            </a:extLst>
          </p:cNvPr>
          <p:cNvSpPr>
            <a:spLocks xmlns:a="http://schemas.openxmlformats.org/drawingml/2006/main" noGrp="1"/>
          </p:cNvSpPr>
          <p:nvPr/>
        </p:nvSpPr>
        <p:spPr>
          <a:xfrm xmlns:a="http://schemas.openxmlformats.org/drawingml/2006/main">
            <a:off x="3733800" y="2962275"/>
            <a:ext cx="9525" cy="9525"/>
          </a:xfrm>
          <a:prstGeom xmlns:a="http://schemas.openxmlformats.org/drawingml/2006/main" prst="rect">
            <a:avLst/>
          </a:prstGeom>
          <a:ln xmlns:a="http://schemas.openxmlformats.org/drawingml/2006/main" w="0">
            <a:prstDash val="solid"/>
          </a:ln>
        </p:spPr>
      </p:sp>
      <p:sp>
        <p:nvSpPr>
          <p:cNvPr id="119" name="">
            <a:extLst xmlns:a="http://schemas.openxmlformats.org/drawingml/2006/main">
              <a:ext uri="{FF2B5EF4-FFF2-40B4-BE49-F238E27FC236}">
                <a16:creationId xmlns:a16="http://schemas.microsoft.com/office/drawing/2014/main" id="{7AAF9594-339A-48C2-8B7B-C8FA44AE0286}"/>
              </a:ext>
            </a:extLst>
          </p:cNvPr>
          <p:cNvSpPr>
            <a:spLocks xmlns:a="http://schemas.openxmlformats.org/drawingml/2006/main" noGrp="1"/>
          </p:cNvSpPr>
          <p:nvPr/>
        </p:nvSpPr>
        <p:spPr>
          <a:xfrm xmlns:a="http://schemas.openxmlformats.org/drawingml/2006/main">
            <a:off x="4514850" y="2952750"/>
            <a:ext cx="9525" cy="9525"/>
          </a:xfrm>
          <a:prstGeom xmlns:a="http://schemas.openxmlformats.org/drawingml/2006/main" prst="rect">
            <a:avLst/>
          </a:prstGeom>
          <a:ln xmlns:a="http://schemas.openxmlformats.org/drawingml/2006/main" w="0">
            <a:prstDash val="solid"/>
          </a:ln>
        </p:spPr>
      </p:sp>
      <p:cxnSp>
        <p:nvCxnSpPr>
          <p:cNvPr id="583" name=""/>
          <p:cNvCxnSpPr>
            <a:stCxn xmlns:a="http://schemas.openxmlformats.org/drawingml/2006/main" id="118" idx="3"/>
            <a:endCxn xmlns:a="http://schemas.openxmlformats.org/drawingml/2006/main" id="119" idx="1"/>
          </p:cNvCxnSpPr>
          <p:nvPr/>
        </p:nvCxnSpPr>
        <p:spPr>
          <a:xfrm xmlns:a="http://schemas.openxmlformats.org/drawingml/2006/main" flipV="1">
            <a:off x="3743325" y="2957513"/>
            <a:ext cx="771525" cy="9525"/>
          </a:xfrm>
          <a:prstGeom xmlns:a="http://schemas.openxmlformats.org/drawingml/2006/main" prst="straightConnector1">
            <a:avLst/>
          </a:prstGeom>
          <a:ln xmlns:a="http://schemas.openxmlformats.org/drawingml/2006/main" w="11430">
            <a:solidFill>
              <a:srgbClr val="91ABB8"/>
            </a:solidFill>
            <a:prstDash val="solid"/>
          </a:ln>
        </p:spPr>
      </p:cxnSp>
      <p:sp>
        <p:nvSpPr>
          <p:cNvPr id="121" name="">
            <a:extLst xmlns:a="http://schemas.openxmlformats.org/drawingml/2006/main">
              <a:ext uri="{FF2B5EF4-FFF2-40B4-BE49-F238E27FC236}">
                <a16:creationId xmlns:a16="http://schemas.microsoft.com/office/drawing/2014/main" id="{ADD6949C-BFBE-4847-93B4-46C003211B06}"/>
              </a:ext>
            </a:extLst>
          </p:cNvPr>
          <p:cNvSpPr>
            <a:spLocks xmlns:a="http://schemas.openxmlformats.org/drawingml/2006/main" noGrp="1"/>
          </p:cNvSpPr>
          <p:nvPr/>
        </p:nvSpPr>
        <p:spPr>
          <a:xfrm xmlns:a="http://schemas.openxmlformats.org/drawingml/2006/main">
            <a:off x="3733800" y="2962275"/>
            <a:ext cx="9525" cy="9525"/>
          </a:xfrm>
          <a:prstGeom xmlns:a="http://schemas.openxmlformats.org/drawingml/2006/main" prst="rect">
            <a:avLst/>
          </a:prstGeom>
          <a:ln xmlns:a="http://schemas.openxmlformats.org/drawingml/2006/main" w="0">
            <a:prstDash val="solid"/>
          </a:ln>
        </p:spPr>
      </p:sp>
      <p:sp>
        <p:nvSpPr>
          <p:cNvPr id="122" name="">
            <a:extLst xmlns:a="http://schemas.openxmlformats.org/drawingml/2006/main">
              <a:ext uri="{FF2B5EF4-FFF2-40B4-BE49-F238E27FC236}">
                <a16:creationId xmlns:a16="http://schemas.microsoft.com/office/drawing/2014/main" id="{252E1CBE-98E3-4AB7-960D-90835413BA2E}"/>
              </a:ext>
            </a:extLst>
          </p:cNvPr>
          <p:cNvSpPr>
            <a:spLocks xmlns:a="http://schemas.openxmlformats.org/drawingml/2006/main" noGrp="1"/>
          </p:cNvSpPr>
          <p:nvPr/>
        </p:nvSpPr>
        <p:spPr>
          <a:xfrm xmlns:a="http://schemas.openxmlformats.org/drawingml/2006/main">
            <a:off x="4514850" y="3238500"/>
            <a:ext cx="9525" cy="9525"/>
          </a:xfrm>
          <a:prstGeom xmlns:a="http://schemas.openxmlformats.org/drawingml/2006/main" prst="rect">
            <a:avLst/>
          </a:prstGeom>
          <a:ln xmlns:a="http://schemas.openxmlformats.org/drawingml/2006/main" w="0">
            <a:prstDash val="solid"/>
          </a:ln>
        </p:spPr>
      </p:sp>
      <p:cxnSp>
        <p:nvCxnSpPr>
          <p:cNvPr id="586" name=""/>
          <p:cNvCxnSpPr>
            <a:stCxn xmlns:a="http://schemas.openxmlformats.org/drawingml/2006/main" id="121" idx="3"/>
            <a:endCxn xmlns:a="http://schemas.openxmlformats.org/drawingml/2006/main" id="122" idx="1"/>
          </p:cNvCxnSpPr>
          <p:nvPr/>
        </p:nvCxnSpPr>
        <p:spPr>
          <a:xfrm xmlns:a="http://schemas.openxmlformats.org/drawingml/2006/main">
            <a:off x="3743325" y="2967038"/>
            <a:ext cx="771525" cy="276225"/>
          </a:xfrm>
          <a:prstGeom xmlns:a="http://schemas.openxmlformats.org/drawingml/2006/main" prst="straightConnector1">
            <a:avLst/>
          </a:prstGeom>
          <a:ln xmlns:a="http://schemas.openxmlformats.org/drawingml/2006/main" w="11430">
            <a:solidFill>
              <a:srgbClr val="91ABB8"/>
            </a:solidFill>
            <a:prstDash val="solid"/>
          </a:ln>
        </p:spPr>
      </p:cxnSp>
      <p:sp>
        <p:nvSpPr>
          <p:cNvPr id="124" name="">
            <a:extLst xmlns:a="http://schemas.openxmlformats.org/drawingml/2006/main">
              <a:ext uri="{FF2B5EF4-FFF2-40B4-BE49-F238E27FC236}">
                <a16:creationId xmlns:a16="http://schemas.microsoft.com/office/drawing/2014/main" id="{34EB9184-4FF1-47DE-A2B1-0344B962B7FD}"/>
              </a:ext>
            </a:extLst>
          </p:cNvPr>
          <p:cNvSpPr>
            <a:spLocks xmlns:a="http://schemas.openxmlformats.org/drawingml/2006/main" noGrp="1"/>
          </p:cNvSpPr>
          <p:nvPr/>
        </p:nvSpPr>
        <p:spPr>
          <a:xfrm xmlns:a="http://schemas.openxmlformats.org/drawingml/2006/main">
            <a:off x="3733800" y="2962275"/>
            <a:ext cx="9525" cy="9525"/>
          </a:xfrm>
          <a:prstGeom xmlns:a="http://schemas.openxmlformats.org/drawingml/2006/main" prst="rect">
            <a:avLst/>
          </a:prstGeom>
          <a:ln xmlns:a="http://schemas.openxmlformats.org/drawingml/2006/main" w="0">
            <a:prstDash val="solid"/>
          </a:ln>
        </p:spPr>
      </p:sp>
      <p:sp>
        <p:nvSpPr>
          <p:cNvPr id="125" name="">
            <a:extLst xmlns:a="http://schemas.openxmlformats.org/drawingml/2006/main">
              <a:ext uri="{FF2B5EF4-FFF2-40B4-BE49-F238E27FC236}">
                <a16:creationId xmlns:a16="http://schemas.microsoft.com/office/drawing/2014/main" id="{D14F41B7-C9C7-4054-B571-243BA27EBC94}"/>
              </a:ext>
            </a:extLst>
          </p:cNvPr>
          <p:cNvSpPr>
            <a:spLocks xmlns:a="http://schemas.openxmlformats.org/drawingml/2006/main" noGrp="1"/>
          </p:cNvSpPr>
          <p:nvPr/>
        </p:nvSpPr>
        <p:spPr>
          <a:xfrm xmlns:a="http://schemas.openxmlformats.org/drawingml/2006/main">
            <a:off x="4514850" y="3524250"/>
            <a:ext cx="9525" cy="9525"/>
          </a:xfrm>
          <a:prstGeom xmlns:a="http://schemas.openxmlformats.org/drawingml/2006/main" prst="rect">
            <a:avLst/>
          </a:prstGeom>
          <a:ln xmlns:a="http://schemas.openxmlformats.org/drawingml/2006/main" w="0">
            <a:prstDash val="solid"/>
          </a:ln>
        </p:spPr>
      </p:sp>
      <p:cxnSp>
        <p:nvCxnSpPr>
          <p:cNvPr id="589" name=""/>
          <p:cNvCxnSpPr>
            <a:stCxn xmlns:a="http://schemas.openxmlformats.org/drawingml/2006/main" id="124" idx="3"/>
            <a:endCxn xmlns:a="http://schemas.openxmlformats.org/drawingml/2006/main" id="125" idx="1"/>
          </p:cNvCxnSpPr>
          <p:nvPr/>
        </p:nvCxnSpPr>
        <p:spPr>
          <a:xfrm xmlns:a="http://schemas.openxmlformats.org/drawingml/2006/main">
            <a:off x="3743325" y="2967038"/>
            <a:ext cx="771525" cy="561975"/>
          </a:xfrm>
          <a:prstGeom xmlns:a="http://schemas.openxmlformats.org/drawingml/2006/main" prst="straightConnector1">
            <a:avLst/>
          </a:prstGeom>
          <a:ln xmlns:a="http://schemas.openxmlformats.org/drawingml/2006/main" w="11430">
            <a:solidFill>
              <a:srgbClr val="91ABB8"/>
            </a:solidFill>
            <a:prstDash val="solid"/>
          </a:ln>
        </p:spPr>
      </p:cxnSp>
      <p:sp>
        <p:nvSpPr>
          <p:cNvPr id="127" name="">
            <a:extLst xmlns:a="http://schemas.openxmlformats.org/drawingml/2006/main">
              <a:ext uri="{FF2B5EF4-FFF2-40B4-BE49-F238E27FC236}">
                <a16:creationId xmlns:a16="http://schemas.microsoft.com/office/drawing/2014/main" id="{B785F9A7-D056-42CF-B6E6-3D3405AC8270}"/>
              </a:ext>
            </a:extLst>
          </p:cNvPr>
          <p:cNvSpPr>
            <a:spLocks xmlns:a="http://schemas.openxmlformats.org/drawingml/2006/main" noGrp="1"/>
          </p:cNvSpPr>
          <p:nvPr/>
        </p:nvSpPr>
        <p:spPr>
          <a:xfrm xmlns:a="http://schemas.openxmlformats.org/drawingml/2006/main">
            <a:off x="3733800" y="2962275"/>
            <a:ext cx="9525" cy="9525"/>
          </a:xfrm>
          <a:prstGeom xmlns:a="http://schemas.openxmlformats.org/drawingml/2006/main" prst="rect">
            <a:avLst/>
          </a:prstGeom>
          <a:ln xmlns:a="http://schemas.openxmlformats.org/drawingml/2006/main" w="0">
            <a:prstDash val="solid"/>
          </a:ln>
        </p:spPr>
      </p:sp>
      <p:sp>
        <p:nvSpPr>
          <p:cNvPr id="128" name="">
            <a:extLst xmlns:a="http://schemas.openxmlformats.org/drawingml/2006/main">
              <a:ext uri="{FF2B5EF4-FFF2-40B4-BE49-F238E27FC236}">
                <a16:creationId xmlns:a16="http://schemas.microsoft.com/office/drawing/2014/main" id="{80E39351-8A19-479C-B045-ECFADB1611DF}"/>
              </a:ext>
            </a:extLst>
          </p:cNvPr>
          <p:cNvSpPr>
            <a:spLocks xmlns:a="http://schemas.openxmlformats.org/drawingml/2006/main" noGrp="1"/>
          </p:cNvSpPr>
          <p:nvPr/>
        </p:nvSpPr>
        <p:spPr>
          <a:xfrm xmlns:a="http://schemas.openxmlformats.org/drawingml/2006/main">
            <a:off x="4514850" y="3810000"/>
            <a:ext cx="9525" cy="9525"/>
          </a:xfrm>
          <a:prstGeom xmlns:a="http://schemas.openxmlformats.org/drawingml/2006/main" prst="rect">
            <a:avLst/>
          </a:prstGeom>
          <a:ln xmlns:a="http://schemas.openxmlformats.org/drawingml/2006/main" w="0">
            <a:prstDash val="solid"/>
          </a:ln>
        </p:spPr>
      </p:sp>
      <p:cxnSp>
        <p:nvCxnSpPr>
          <p:cNvPr id="592" name=""/>
          <p:cNvCxnSpPr>
            <a:stCxn xmlns:a="http://schemas.openxmlformats.org/drawingml/2006/main" id="127" idx="2"/>
            <a:endCxn xmlns:a="http://schemas.openxmlformats.org/drawingml/2006/main" id="128" idx="0"/>
          </p:cNvCxnSpPr>
          <p:nvPr/>
        </p:nvCxnSpPr>
        <p:spPr>
          <a:xfrm xmlns:a="http://schemas.openxmlformats.org/drawingml/2006/main">
            <a:off x="3738563" y="2971800"/>
            <a:ext cx="781050" cy="838200"/>
          </a:xfrm>
          <a:prstGeom xmlns:a="http://schemas.openxmlformats.org/drawingml/2006/main" prst="straightConnector1">
            <a:avLst/>
          </a:prstGeom>
          <a:ln xmlns:a="http://schemas.openxmlformats.org/drawingml/2006/main" w="11430">
            <a:solidFill>
              <a:srgbClr val="91ABB8"/>
            </a:solidFill>
            <a:prstDash val="solid"/>
          </a:ln>
        </p:spPr>
      </p:cxnSp>
      <p:sp>
        <p:nvSpPr>
          <p:cNvPr id="130" name="">
            <a:extLst xmlns:a="http://schemas.openxmlformats.org/drawingml/2006/main">
              <a:ext uri="{FF2B5EF4-FFF2-40B4-BE49-F238E27FC236}">
                <a16:creationId xmlns:a16="http://schemas.microsoft.com/office/drawing/2014/main" id="{7F43FC95-5B62-41C3-8615-35599536A266}"/>
              </a:ext>
            </a:extLst>
          </p:cNvPr>
          <p:cNvSpPr>
            <a:spLocks xmlns:a="http://schemas.openxmlformats.org/drawingml/2006/main" noGrp="1"/>
          </p:cNvSpPr>
          <p:nvPr/>
        </p:nvSpPr>
        <p:spPr>
          <a:xfrm xmlns:a="http://schemas.openxmlformats.org/drawingml/2006/main">
            <a:off x="3733800" y="2962275"/>
            <a:ext cx="9525" cy="9525"/>
          </a:xfrm>
          <a:prstGeom xmlns:a="http://schemas.openxmlformats.org/drawingml/2006/main" prst="rect">
            <a:avLst/>
          </a:prstGeom>
          <a:ln xmlns:a="http://schemas.openxmlformats.org/drawingml/2006/main" w="0">
            <a:prstDash val="solid"/>
          </a:ln>
        </p:spPr>
      </p:sp>
      <p:sp>
        <p:nvSpPr>
          <p:cNvPr id="131" name="">
            <a:extLst xmlns:a="http://schemas.openxmlformats.org/drawingml/2006/main">
              <a:ext uri="{FF2B5EF4-FFF2-40B4-BE49-F238E27FC236}">
                <a16:creationId xmlns:a16="http://schemas.microsoft.com/office/drawing/2014/main" id="{86021186-B1C4-448A-AC5D-C2E626C04CAD}"/>
              </a:ext>
            </a:extLst>
          </p:cNvPr>
          <p:cNvSpPr>
            <a:spLocks xmlns:a="http://schemas.openxmlformats.org/drawingml/2006/main" noGrp="1"/>
          </p:cNvSpPr>
          <p:nvPr/>
        </p:nvSpPr>
        <p:spPr>
          <a:xfrm xmlns:a="http://schemas.openxmlformats.org/drawingml/2006/main">
            <a:off x="4514850" y="4095750"/>
            <a:ext cx="9525" cy="9525"/>
          </a:xfrm>
          <a:prstGeom xmlns:a="http://schemas.openxmlformats.org/drawingml/2006/main" prst="rect">
            <a:avLst/>
          </a:prstGeom>
          <a:ln xmlns:a="http://schemas.openxmlformats.org/drawingml/2006/main" w="0">
            <a:prstDash val="solid"/>
          </a:ln>
        </p:spPr>
      </p:sp>
      <p:cxnSp>
        <p:nvCxnSpPr>
          <p:cNvPr id="595" name=""/>
          <p:cNvCxnSpPr>
            <a:stCxn xmlns:a="http://schemas.openxmlformats.org/drawingml/2006/main" id="130" idx="2"/>
            <a:endCxn xmlns:a="http://schemas.openxmlformats.org/drawingml/2006/main" id="131" idx="0"/>
          </p:cNvCxnSpPr>
          <p:nvPr/>
        </p:nvCxnSpPr>
        <p:spPr>
          <a:xfrm xmlns:a="http://schemas.openxmlformats.org/drawingml/2006/main">
            <a:off x="3738563" y="2971800"/>
            <a:ext cx="781050" cy="1123950"/>
          </a:xfrm>
          <a:prstGeom xmlns:a="http://schemas.openxmlformats.org/drawingml/2006/main" prst="straightConnector1">
            <a:avLst/>
          </a:prstGeom>
          <a:ln xmlns:a="http://schemas.openxmlformats.org/drawingml/2006/main" w="11430">
            <a:solidFill>
              <a:srgbClr val="91ABB8"/>
            </a:solidFill>
            <a:prstDash val="solid"/>
          </a:ln>
        </p:spPr>
      </p:cxnSp>
      <p:sp>
        <p:nvSpPr>
          <p:cNvPr id="133" name="">
            <a:extLst xmlns:a="http://schemas.openxmlformats.org/drawingml/2006/main">
              <a:ext uri="{FF2B5EF4-FFF2-40B4-BE49-F238E27FC236}">
                <a16:creationId xmlns:a16="http://schemas.microsoft.com/office/drawing/2014/main" id="{ECEFE21C-55BD-4143-B0BD-5FB0D44916E3}"/>
              </a:ext>
            </a:extLst>
          </p:cNvPr>
          <p:cNvSpPr>
            <a:spLocks xmlns:a="http://schemas.openxmlformats.org/drawingml/2006/main" noGrp="1"/>
          </p:cNvSpPr>
          <p:nvPr/>
        </p:nvSpPr>
        <p:spPr>
          <a:xfrm xmlns:a="http://schemas.openxmlformats.org/drawingml/2006/main">
            <a:off x="3733800" y="2962275"/>
            <a:ext cx="9525" cy="9525"/>
          </a:xfrm>
          <a:prstGeom xmlns:a="http://schemas.openxmlformats.org/drawingml/2006/main" prst="rect">
            <a:avLst/>
          </a:prstGeom>
          <a:ln xmlns:a="http://schemas.openxmlformats.org/drawingml/2006/main" w="0">
            <a:prstDash val="solid"/>
          </a:ln>
        </p:spPr>
      </p:sp>
      <p:sp>
        <p:nvSpPr>
          <p:cNvPr id="134" name="">
            <a:extLst xmlns:a="http://schemas.openxmlformats.org/drawingml/2006/main">
              <a:ext uri="{FF2B5EF4-FFF2-40B4-BE49-F238E27FC236}">
                <a16:creationId xmlns:a16="http://schemas.microsoft.com/office/drawing/2014/main" id="{FA05AC32-F5A0-49FC-B765-153A96D7F789}"/>
              </a:ext>
            </a:extLst>
          </p:cNvPr>
          <p:cNvSpPr>
            <a:spLocks xmlns:a="http://schemas.openxmlformats.org/drawingml/2006/main" noGrp="1"/>
          </p:cNvSpPr>
          <p:nvPr/>
        </p:nvSpPr>
        <p:spPr>
          <a:xfrm xmlns:a="http://schemas.openxmlformats.org/drawingml/2006/main">
            <a:off x="4514850" y="4381500"/>
            <a:ext cx="9525" cy="9525"/>
          </a:xfrm>
          <a:prstGeom xmlns:a="http://schemas.openxmlformats.org/drawingml/2006/main" prst="rect">
            <a:avLst/>
          </a:prstGeom>
          <a:ln xmlns:a="http://schemas.openxmlformats.org/drawingml/2006/main" w="0">
            <a:prstDash val="solid"/>
          </a:ln>
        </p:spPr>
      </p:sp>
      <p:cxnSp>
        <p:nvCxnSpPr>
          <p:cNvPr id="598" name=""/>
          <p:cNvCxnSpPr>
            <a:stCxn xmlns:a="http://schemas.openxmlformats.org/drawingml/2006/main" id="133" idx="2"/>
            <a:endCxn xmlns:a="http://schemas.openxmlformats.org/drawingml/2006/main" id="134" idx="0"/>
          </p:cNvCxnSpPr>
          <p:nvPr/>
        </p:nvCxnSpPr>
        <p:spPr>
          <a:xfrm xmlns:a="http://schemas.openxmlformats.org/drawingml/2006/main">
            <a:off x="3738563" y="2971800"/>
            <a:ext cx="781050" cy="1409700"/>
          </a:xfrm>
          <a:prstGeom xmlns:a="http://schemas.openxmlformats.org/drawingml/2006/main" prst="straightConnector1">
            <a:avLst/>
          </a:prstGeom>
          <a:ln xmlns:a="http://schemas.openxmlformats.org/drawingml/2006/main" w="11430">
            <a:solidFill>
              <a:srgbClr val="91ABB8"/>
            </a:solidFill>
            <a:prstDash val="solid"/>
          </a:ln>
        </p:spPr>
      </p:cxnSp>
      <p:sp>
        <p:nvSpPr>
          <p:cNvPr id="136" name="">
            <a:extLst xmlns:a="http://schemas.openxmlformats.org/drawingml/2006/main">
              <a:ext uri="{FF2B5EF4-FFF2-40B4-BE49-F238E27FC236}">
                <a16:creationId xmlns:a16="http://schemas.microsoft.com/office/drawing/2014/main" id="{09D5CFC4-E5EE-4618-A67D-12EB47D58CF0}"/>
              </a:ext>
            </a:extLst>
          </p:cNvPr>
          <p:cNvSpPr>
            <a:spLocks xmlns:a="http://schemas.openxmlformats.org/drawingml/2006/main" noGrp="1"/>
          </p:cNvSpPr>
          <p:nvPr/>
        </p:nvSpPr>
        <p:spPr>
          <a:xfrm xmlns:a="http://schemas.openxmlformats.org/drawingml/2006/main">
            <a:off x="3733800" y="3381375"/>
            <a:ext cx="9525" cy="9525"/>
          </a:xfrm>
          <a:prstGeom xmlns:a="http://schemas.openxmlformats.org/drawingml/2006/main" prst="rect">
            <a:avLst/>
          </a:prstGeom>
          <a:ln xmlns:a="http://schemas.openxmlformats.org/drawingml/2006/main" w="0">
            <a:prstDash val="solid"/>
          </a:ln>
        </p:spPr>
      </p:sp>
      <p:sp>
        <p:nvSpPr>
          <p:cNvPr id="137" name="">
            <a:extLst xmlns:a="http://schemas.openxmlformats.org/drawingml/2006/main">
              <a:ext uri="{FF2B5EF4-FFF2-40B4-BE49-F238E27FC236}">
                <a16:creationId xmlns:a16="http://schemas.microsoft.com/office/drawing/2014/main" id="{952D85B6-74D0-4DD8-9292-D17B91CFBF83}"/>
              </a:ext>
            </a:extLst>
          </p:cNvPr>
          <p:cNvSpPr>
            <a:spLocks xmlns:a="http://schemas.openxmlformats.org/drawingml/2006/main" noGrp="1"/>
          </p:cNvSpPr>
          <p:nvPr/>
        </p:nvSpPr>
        <p:spPr>
          <a:xfrm xmlns:a="http://schemas.openxmlformats.org/drawingml/2006/main">
            <a:off x="4514850" y="2381250"/>
            <a:ext cx="9525" cy="9525"/>
          </a:xfrm>
          <a:prstGeom xmlns:a="http://schemas.openxmlformats.org/drawingml/2006/main" prst="rect">
            <a:avLst/>
          </a:prstGeom>
          <a:ln xmlns:a="http://schemas.openxmlformats.org/drawingml/2006/main" w="0">
            <a:prstDash val="solid"/>
          </a:ln>
        </p:spPr>
      </p:sp>
      <p:cxnSp>
        <p:nvCxnSpPr>
          <p:cNvPr id="601" name=""/>
          <p:cNvCxnSpPr>
            <a:stCxn xmlns:a="http://schemas.openxmlformats.org/drawingml/2006/main" id="136" idx="0"/>
            <a:endCxn xmlns:a="http://schemas.openxmlformats.org/drawingml/2006/main" id="137" idx="2"/>
          </p:cNvCxnSpPr>
          <p:nvPr/>
        </p:nvCxnSpPr>
        <p:spPr>
          <a:xfrm xmlns:a="http://schemas.openxmlformats.org/drawingml/2006/main" flipV="1">
            <a:off x="3738563" y="2390775"/>
            <a:ext cx="781050" cy="990600"/>
          </a:xfrm>
          <a:prstGeom xmlns:a="http://schemas.openxmlformats.org/drawingml/2006/main" prst="straightConnector1">
            <a:avLst/>
          </a:prstGeom>
          <a:ln xmlns:a="http://schemas.openxmlformats.org/drawingml/2006/main" w="11430">
            <a:solidFill>
              <a:srgbClr val="91ABB8"/>
            </a:solidFill>
            <a:prstDash val="solid"/>
          </a:ln>
        </p:spPr>
      </p:cxnSp>
      <p:sp>
        <p:nvSpPr>
          <p:cNvPr id="139" name="">
            <a:extLst xmlns:a="http://schemas.openxmlformats.org/drawingml/2006/main">
              <a:ext uri="{FF2B5EF4-FFF2-40B4-BE49-F238E27FC236}">
                <a16:creationId xmlns:a16="http://schemas.microsoft.com/office/drawing/2014/main" id="{F2C8937E-8394-4ECF-9221-53015E6D66EB}"/>
              </a:ext>
            </a:extLst>
          </p:cNvPr>
          <p:cNvSpPr>
            <a:spLocks xmlns:a="http://schemas.openxmlformats.org/drawingml/2006/main" noGrp="1"/>
          </p:cNvSpPr>
          <p:nvPr/>
        </p:nvSpPr>
        <p:spPr>
          <a:xfrm xmlns:a="http://schemas.openxmlformats.org/drawingml/2006/main">
            <a:off x="3733800" y="3381375"/>
            <a:ext cx="9525" cy="9525"/>
          </a:xfrm>
          <a:prstGeom xmlns:a="http://schemas.openxmlformats.org/drawingml/2006/main" prst="rect">
            <a:avLst/>
          </a:prstGeom>
          <a:ln xmlns:a="http://schemas.openxmlformats.org/drawingml/2006/main" w="0">
            <a:prstDash val="solid"/>
          </a:ln>
        </p:spPr>
      </p:sp>
      <p:sp>
        <p:nvSpPr>
          <p:cNvPr id="140" name="">
            <a:extLst xmlns:a="http://schemas.openxmlformats.org/drawingml/2006/main">
              <a:ext uri="{FF2B5EF4-FFF2-40B4-BE49-F238E27FC236}">
                <a16:creationId xmlns:a16="http://schemas.microsoft.com/office/drawing/2014/main" id="{2D753CCC-83F8-41FA-ABFD-C299CE4C5332}"/>
              </a:ext>
            </a:extLst>
          </p:cNvPr>
          <p:cNvSpPr>
            <a:spLocks xmlns:a="http://schemas.openxmlformats.org/drawingml/2006/main" noGrp="1"/>
          </p:cNvSpPr>
          <p:nvPr/>
        </p:nvSpPr>
        <p:spPr>
          <a:xfrm xmlns:a="http://schemas.openxmlformats.org/drawingml/2006/main">
            <a:off x="4514850" y="2667000"/>
            <a:ext cx="9525" cy="9525"/>
          </a:xfrm>
          <a:prstGeom xmlns:a="http://schemas.openxmlformats.org/drawingml/2006/main" prst="rect">
            <a:avLst/>
          </a:prstGeom>
          <a:ln xmlns:a="http://schemas.openxmlformats.org/drawingml/2006/main" w="0">
            <a:prstDash val="solid"/>
          </a:ln>
        </p:spPr>
      </p:sp>
      <p:cxnSp>
        <p:nvCxnSpPr>
          <p:cNvPr id="604" name=""/>
          <p:cNvCxnSpPr>
            <a:stCxn xmlns:a="http://schemas.openxmlformats.org/drawingml/2006/main" id="139" idx="3"/>
            <a:endCxn xmlns:a="http://schemas.openxmlformats.org/drawingml/2006/main" id="140" idx="1"/>
          </p:cNvCxnSpPr>
          <p:nvPr/>
        </p:nvCxnSpPr>
        <p:spPr>
          <a:xfrm xmlns:a="http://schemas.openxmlformats.org/drawingml/2006/main" flipV="1">
            <a:off x="3743325" y="2671763"/>
            <a:ext cx="771525" cy="714375"/>
          </a:xfrm>
          <a:prstGeom xmlns:a="http://schemas.openxmlformats.org/drawingml/2006/main" prst="straightConnector1">
            <a:avLst/>
          </a:prstGeom>
          <a:ln xmlns:a="http://schemas.openxmlformats.org/drawingml/2006/main" w="11430">
            <a:solidFill>
              <a:srgbClr val="91ABB8"/>
            </a:solidFill>
            <a:prstDash val="solid"/>
          </a:ln>
        </p:spPr>
      </p:cxnSp>
      <p:sp>
        <p:nvSpPr>
          <p:cNvPr id="142" name="">
            <a:extLst xmlns:a="http://schemas.openxmlformats.org/drawingml/2006/main">
              <a:ext uri="{FF2B5EF4-FFF2-40B4-BE49-F238E27FC236}">
                <a16:creationId xmlns:a16="http://schemas.microsoft.com/office/drawing/2014/main" id="{3FA286E5-4BFD-48A4-A420-D852C562E423}"/>
              </a:ext>
            </a:extLst>
          </p:cNvPr>
          <p:cNvSpPr>
            <a:spLocks xmlns:a="http://schemas.openxmlformats.org/drawingml/2006/main" noGrp="1"/>
          </p:cNvSpPr>
          <p:nvPr/>
        </p:nvSpPr>
        <p:spPr>
          <a:xfrm xmlns:a="http://schemas.openxmlformats.org/drawingml/2006/main">
            <a:off x="3733800" y="3381375"/>
            <a:ext cx="9525" cy="9525"/>
          </a:xfrm>
          <a:prstGeom xmlns:a="http://schemas.openxmlformats.org/drawingml/2006/main" prst="rect">
            <a:avLst/>
          </a:prstGeom>
          <a:ln xmlns:a="http://schemas.openxmlformats.org/drawingml/2006/main" w="0">
            <a:prstDash val="solid"/>
          </a:ln>
        </p:spPr>
      </p:sp>
      <p:sp>
        <p:nvSpPr>
          <p:cNvPr id="143" name="">
            <a:extLst xmlns:a="http://schemas.openxmlformats.org/drawingml/2006/main">
              <a:ext uri="{FF2B5EF4-FFF2-40B4-BE49-F238E27FC236}">
                <a16:creationId xmlns:a16="http://schemas.microsoft.com/office/drawing/2014/main" id="{677D067D-E0E0-42E8-B31B-A586490A98DB}"/>
              </a:ext>
            </a:extLst>
          </p:cNvPr>
          <p:cNvSpPr>
            <a:spLocks xmlns:a="http://schemas.openxmlformats.org/drawingml/2006/main" noGrp="1"/>
          </p:cNvSpPr>
          <p:nvPr/>
        </p:nvSpPr>
        <p:spPr>
          <a:xfrm xmlns:a="http://schemas.openxmlformats.org/drawingml/2006/main">
            <a:off x="4514850" y="2952750"/>
            <a:ext cx="9525" cy="9525"/>
          </a:xfrm>
          <a:prstGeom xmlns:a="http://schemas.openxmlformats.org/drawingml/2006/main" prst="rect">
            <a:avLst/>
          </a:prstGeom>
          <a:ln xmlns:a="http://schemas.openxmlformats.org/drawingml/2006/main" w="0">
            <a:prstDash val="solid"/>
          </a:ln>
        </p:spPr>
      </p:sp>
      <p:cxnSp>
        <p:nvCxnSpPr>
          <p:cNvPr id="607" name=""/>
          <p:cNvCxnSpPr>
            <a:stCxn xmlns:a="http://schemas.openxmlformats.org/drawingml/2006/main" id="142" idx="3"/>
            <a:endCxn xmlns:a="http://schemas.openxmlformats.org/drawingml/2006/main" id="143" idx="1"/>
          </p:cNvCxnSpPr>
          <p:nvPr/>
        </p:nvCxnSpPr>
        <p:spPr>
          <a:xfrm xmlns:a="http://schemas.openxmlformats.org/drawingml/2006/main" flipV="1">
            <a:off x="3743325" y="2957513"/>
            <a:ext cx="771525" cy="428625"/>
          </a:xfrm>
          <a:prstGeom xmlns:a="http://schemas.openxmlformats.org/drawingml/2006/main" prst="straightConnector1">
            <a:avLst/>
          </a:prstGeom>
          <a:ln xmlns:a="http://schemas.openxmlformats.org/drawingml/2006/main" w="11430">
            <a:solidFill>
              <a:srgbClr val="91ABB8"/>
            </a:solidFill>
            <a:prstDash val="solid"/>
          </a:ln>
        </p:spPr>
      </p:cxnSp>
      <p:sp>
        <p:nvSpPr>
          <p:cNvPr id="145" name="">
            <a:extLst xmlns:a="http://schemas.openxmlformats.org/drawingml/2006/main">
              <a:ext uri="{FF2B5EF4-FFF2-40B4-BE49-F238E27FC236}">
                <a16:creationId xmlns:a16="http://schemas.microsoft.com/office/drawing/2014/main" id="{438C031B-179E-4B82-ACE4-2A6327D041E9}"/>
              </a:ext>
            </a:extLst>
          </p:cNvPr>
          <p:cNvSpPr>
            <a:spLocks xmlns:a="http://schemas.openxmlformats.org/drawingml/2006/main" noGrp="1"/>
          </p:cNvSpPr>
          <p:nvPr/>
        </p:nvSpPr>
        <p:spPr>
          <a:xfrm xmlns:a="http://schemas.openxmlformats.org/drawingml/2006/main">
            <a:off x="3733800" y="3381375"/>
            <a:ext cx="9525" cy="9525"/>
          </a:xfrm>
          <a:prstGeom xmlns:a="http://schemas.openxmlformats.org/drawingml/2006/main" prst="rect">
            <a:avLst/>
          </a:prstGeom>
          <a:ln xmlns:a="http://schemas.openxmlformats.org/drawingml/2006/main" w="0">
            <a:prstDash val="solid"/>
          </a:ln>
        </p:spPr>
      </p:sp>
      <p:sp>
        <p:nvSpPr>
          <p:cNvPr id="146" name="">
            <a:extLst xmlns:a="http://schemas.openxmlformats.org/drawingml/2006/main">
              <a:ext uri="{FF2B5EF4-FFF2-40B4-BE49-F238E27FC236}">
                <a16:creationId xmlns:a16="http://schemas.microsoft.com/office/drawing/2014/main" id="{E35392BC-FEBF-49A3-823A-05A8B32882ED}"/>
              </a:ext>
            </a:extLst>
          </p:cNvPr>
          <p:cNvSpPr>
            <a:spLocks xmlns:a="http://schemas.openxmlformats.org/drawingml/2006/main" noGrp="1"/>
          </p:cNvSpPr>
          <p:nvPr/>
        </p:nvSpPr>
        <p:spPr>
          <a:xfrm xmlns:a="http://schemas.openxmlformats.org/drawingml/2006/main">
            <a:off x="4514850" y="3238500"/>
            <a:ext cx="9525" cy="9525"/>
          </a:xfrm>
          <a:prstGeom xmlns:a="http://schemas.openxmlformats.org/drawingml/2006/main" prst="rect">
            <a:avLst/>
          </a:prstGeom>
          <a:ln xmlns:a="http://schemas.openxmlformats.org/drawingml/2006/main" w="0">
            <a:prstDash val="solid"/>
          </a:ln>
        </p:spPr>
      </p:sp>
      <p:cxnSp>
        <p:nvCxnSpPr>
          <p:cNvPr id="610" name=""/>
          <p:cNvCxnSpPr>
            <a:stCxn xmlns:a="http://schemas.openxmlformats.org/drawingml/2006/main" id="145" idx="3"/>
            <a:endCxn xmlns:a="http://schemas.openxmlformats.org/drawingml/2006/main" id="146" idx="1"/>
          </p:cNvCxnSpPr>
          <p:nvPr/>
        </p:nvCxnSpPr>
        <p:spPr>
          <a:xfrm xmlns:a="http://schemas.openxmlformats.org/drawingml/2006/main" flipV="1">
            <a:off x="3743325" y="3243263"/>
            <a:ext cx="771525" cy="142875"/>
          </a:xfrm>
          <a:prstGeom xmlns:a="http://schemas.openxmlformats.org/drawingml/2006/main" prst="straightConnector1">
            <a:avLst/>
          </a:prstGeom>
          <a:ln xmlns:a="http://schemas.openxmlformats.org/drawingml/2006/main" w="11430">
            <a:solidFill>
              <a:srgbClr val="91ABB8"/>
            </a:solidFill>
            <a:prstDash val="solid"/>
          </a:ln>
        </p:spPr>
      </p:cxnSp>
      <p:sp>
        <p:nvSpPr>
          <p:cNvPr id="148" name="">
            <a:extLst xmlns:a="http://schemas.openxmlformats.org/drawingml/2006/main">
              <a:ext uri="{FF2B5EF4-FFF2-40B4-BE49-F238E27FC236}">
                <a16:creationId xmlns:a16="http://schemas.microsoft.com/office/drawing/2014/main" id="{2380CF60-2BB2-4CE8-A456-134C83AC671E}"/>
              </a:ext>
            </a:extLst>
          </p:cNvPr>
          <p:cNvSpPr>
            <a:spLocks xmlns:a="http://schemas.openxmlformats.org/drawingml/2006/main" noGrp="1"/>
          </p:cNvSpPr>
          <p:nvPr/>
        </p:nvSpPr>
        <p:spPr>
          <a:xfrm xmlns:a="http://schemas.openxmlformats.org/drawingml/2006/main">
            <a:off x="3733800" y="3381375"/>
            <a:ext cx="9525" cy="9525"/>
          </a:xfrm>
          <a:prstGeom xmlns:a="http://schemas.openxmlformats.org/drawingml/2006/main" prst="rect">
            <a:avLst/>
          </a:prstGeom>
          <a:ln xmlns:a="http://schemas.openxmlformats.org/drawingml/2006/main" w="0">
            <a:prstDash val="solid"/>
          </a:ln>
        </p:spPr>
      </p:sp>
      <p:sp>
        <p:nvSpPr>
          <p:cNvPr id="149" name="">
            <a:extLst xmlns:a="http://schemas.openxmlformats.org/drawingml/2006/main">
              <a:ext uri="{FF2B5EF4-FFF2-40B4-BE49-F238E27FC236}">
                <a16:creationId xmlns:a16="http://schemas.microsoft.com/office/drawing/2014/main" id="{2AE5A9D5-44BD-4882-8376-83685A096DC7}"/>
              </a:ext>
            </a:extLst>
          </p:cNvPr>
          <p:cNvSpPr>
            <a:spLocks xmlns:a="http://schemas.openxmlformats.org/drawingml/2006/main" noGrp="1"/>
          </p:cNvSpPr>
          <p:nvPr/>
        </p:nvSpPr>
        <p:spPr>
          <a:xfrm xmlns:a="http://schemas.openxmlformats.org/drawingml/2006/main">
            <a:off x="4514850" y="3524250"/>
            <a:ext cx="9525" cy="9525"/>
          </a:xfrm>
          <a:prstGeom xmlns:a="http://schemas.openxmlformats.org/drawingml/2006/main" prst="rect">
            <a:avLst/>
          </a:prstGeom>
          <a:ln xmlns:a="http://schemas.openxmlformats.org/drawingml/2006/main" w="0">
            <a:prstDash val="solid"/>
          </a:ln>
        </p:spPr>
      </p:sp>
      <p:cxnSp>
        <p:nvCxnSpPr>
          <p:cNvPr id="613" name=""/>
          <p:cNvCxnSpPr>
            <a:stCxn xmlns:a="http://schemas.openxmlformats.org/drawingml/2006/main" id="148" idx="3"/>
            <a:endCxn xmlns:a="http://schemas.openxmlformats.org/drawingml/2006/main" id="149" idx="1"/>
          </p:cNvCxnSpPr>
          <p:nvPr/>
        </p:nvCxnSpPr>
        <p:spPr>
          <a:xfrm xmlns:a="http://schemas.openxmlformats.org/drawingml/2006/main">
            <a:off x="3743325" y="3386138"/>
            <a:ext cx="771525" cy="142875"/>
          </a:xfrm>
          <a:prstGeom xmlns:a="http://schemas.openxmlformats.org/drawingml/2006/main" prst="straightConnector1">
            <a:avLst/>
          </a:prstGeom>
          <a:ln xmlns:a="http://schemas.openxmlformats.org/drawingml/2006/main" w="11430">
            <a:solidFill>
              <a:srgbClr val="91ABB8"/>
            </a:solidFill>
            <a:prstDash val="solid"/>
          </a:ln>
        </p:spPr>
      </p:cxnSp>
      <p:sp>
        <p:nvSpPr>
          <p:cNvPr id="151" name="">
            <a:extLst xmlns:a="http://schemas.openxmlformats.org/drawingml/2006/main">
              <a:ext uri="{FF2B5EF4-FFF2-40B4-BE49-F238E27FC236}">
                <a16:creationId xmlns:a16="http://schemas.microsoft.com/office/drawing/2014/main" id="{4B346D45-68F4-4F7E-86B2-DFA051D7B431}"/>
              </a:ext>
            </a:extLst>
          </p:cNvPr>
          <p:cNvSpPr>
            <a:spLocks xmlns:a="http://schemas.openxmlformats.org/drawingml/2006/main" noGrp="1"/>
          </p:cNvSpPr>
          <p:nvPr/>
        </p:nvSpPr>
        <p:spPr>
          <a:xfrm xmlns:a="http://schemas.openxmlformats.org/drawingml/2006/main">
            <a:off x="3733800" y="3381375"/>
            <a:ext cx="9525" cy="9525"/>
          </a:xfrm>
          <a:prstGeom xmlns:a="http://schemas.openxmlformats.org/drawingml/2006/main" prst="rect">
            <a:avLst/>
          </a:prstGeom>
          <a:ln xmlns:a="http://schemas.openxmlformats.org/drawingml/2006/main" w="0">
            <a:prstDash val="solid"/>
          </a:ln>
        </p:spPr>
      </p:sp>
      <p:sp>
        <p:nvSpPr>
          <p:cNvPr id="152" name="">
            <a:extLst xmlns:a="http://schemas.openxmlformats.org/drawingml/2006/main">
              <a:ext uri="{FF2B5EF4-FFF2-40B4-BE49-F238E27FC236}">
                <a16:creationId xmlns:a16="http://schemas.microsoft.com/office/drawing/2014/main" id="{FDBFB4D8-D5F9-4920-B69D-55BE7ACF50FB}"/>
              </a:ext>
            </a:extLst>
          </p:cNvPr>
          <p:cNvSpPr>
            <a:spLocks xmlns:a="http://schemas.openxmlformats.org/drawingml/2006/main" noGrp="1"/>
          </p:cNvSpPr>
          <p:nvPr/>
        </p:nvSpPr>
        <p:spPr>
          <a:xfrm xmlns:a="http://schemas.openxmlformats.org/drawingml/2006/main">
            <a:off x="4514850" y="3810000"/>
            <a:ext cx="9525" cy="9525"/>
          </a:xfrm>
          <a:prstGeom xmlns:a="http://schemas.openxmlformats.org/drawingml/2006/main" prst="rect">
            <a:avLst/>
          </a:prstGeom>
          <a:ln xmlns:a="http://schemas.openxmlformats.org/drawingml/2006/main" w="0">
            <a:prstDash val="solid"/>
          </a:ln>
        </p:spPr>
      </p:sp>
      <p:cxnSp>
        <p:nvCxnSpPr>
          <p:cNvPr id="616" name=""/>
          <p:cNvCxnSpPr>
            <a:stCxn xmlns:a="http://schemas.openxmlformats.org/drawingml/2006/main" id="151" idx="3"/>
            <a:endCxn xmlns:a="http://schemas.openxmlformats.org/drawingml/2006/main" id="152" idx="1"/>
          </p:cNvCxnSpPr>
          <p:nvPr/>
        </p:nvCxnSpPr>
        <p:spPr>
          <a:xfrm xmlns:a="http://schemas.openxmlformats.org/drawingml/2006/main">
            <a:off x="3743325" y="3386138"/>
            <a:ext cx="771525" cy="428625"/>
          </a:xfrm>
          <a:prstGeom xmlns:a="http://schemas.openxmlformats.org/drawingml/2006/main" prst="straightConnector1">
            <a:avLst/>
          </a:prstGeom>
          <a:ln xmlns:a="http://schemas.openxmlformats.org/drawingml/2006/main" w="11430">
            <a:solidFill>
              <a:srgbClr val="91ABB8"/>
            </a:solidFill>
            <a:prstDash val="solid"/>
          </a:ln>
        </p:spPr>
      </p:cxnSp>
      <p:sp>
        <p:nvSpPr>
          <p:cNvPr id="154" name="">
            <a:extLst xmlns:a="http://schemas.openxmlformats.org/drawingml/2006/main">
              <a:ext uri="{FF2B5EF4-FFF2-40B4-BE49-F238E27FC236}">
                <a16:creationId xmlns:a16="http://schemas.microsoft.com/office/drawing/2014/main" id="{5312D532-C424-4C2C-AC7E-4F2E6679FE0A}"/>
              </a:ext>
            </a:extLst>
          </p:cNvPr>
          <p:cNvSpPr>
            <a:spLocks xmlns:a="http://schemas.openxmlformats.org/drawingml/2006/main" noGrp="1"/>
          </p:cNvSpPr>
          <p:nvPr/>
        </p:nvSpPr>
        <p:spPr>
          <a:xfrm xmlns:a="http://schemas.openxmlformats.org/drawingml/2006/main">
            <a:off x="3733800" y="3381375"/>
            <a:ext cx="9525" cy="9525"/>
          </a:xfrm>
          <a:prstGeom xmlns:a="http://schemas.openxmlformats.org/drawingml/2006/main" prst="rect">
            <a:avLst/>
          </a:prstGeom>
          <a:ln xmlns:a="http://schemas.openxmlformats.org/drawingml/2006/main" w="0">
            <a:prstDash val="solid"/>
          </a:ln>
        </p:spPr>
      </p:sp>
      <p:sp>
        <p:nvSpPr>
          <p:cNvPr id="155" name="">
            <a:extLst xmlns:a="http://schemas.openxmlformats.org/drawingml/2006/main">
              <a:ext uri="{FF2B5EF4-FFF2-40B4-BE49-F238E27FC236}">
                <a16:creationId xmlns:a16="http://schemas.microsoft.com/office/drawing/2014/main" id="{743E8E2C-62A7-477A-8EC8-16DC2A8918CE}"/>
              </a:ext>
            </a:extLst>
          </p:cNvPr>
          <p:cNvSpPr>
            <a:spLocks xmlns:a="http://schemas.openxmlformats.org/drawingml/2006/main" noGrp="1"/>
          </p:cNvSpPr>
          <p:nvPr/>
        </p:nvSpPr>
        <p:spPr>
          <a:xfrm xmlns:a="http://schemas.openxmlformats.org/drawingml/2006/main">
            <a:off x="4514850" y="4095750"/>
            <a:ext cx="9525" cy="9525"/>
          </a:xfrm>
          <a:prstGeom xmlns:a="http://schemas.openxmlformats.org/drawingml/2006/main" prst="rect">
            <a:avLst/>
          </a:prstGeom>
          <a:ln xmlns:a="http://schemas.openxmlformats.org/drawingml/2006/main" w="0">
            <a:prstDash val="solid"/>
          </a:ln>
        </p:spPr>
      </p:sp>
      <p:cxnSp>
        <p:nvCxnSpPr>
          <p:cNvPr id="619" name=""/>
          <p:cNvCxnSpPr>
            <a:stCxn xmlns:a="http://schemas.openxmlformats.org/drawingml/2006/main" id="154" idx="3"/>
            <a:endCxn xmlns:a="http://schemas.openxmlformats.org/drawingml/2006/main" id="155" idx="1"/>
          </p:cNvCxnSpPr>
          <p:nvPr/>
        </p:nvCxnSpPr>
        <p:spPr>
          <a:xfrm xmlns:a="http://schemas.openxmlformats.org/drawingml/2006/main">
            <a:off x="3743325" y="3386138"/>
            <a:ext cx="771525" cy="714375"/>
          </a:xfrm>
          <a:prstGeom xmlns:a="http://schemas.openxmlformats.org/drawingml/2006/main" prst="straightConnector1">
            <a:avLst/>
          </a:prstGeom>
          <a:ln xmlns:a="http://schemas.openxmlformats.org/drawingml/2006/main" w="11430">
            <a:solidFill>
              <a:srgbClr val="91ABB8"/>
            </a:solidFill>
            <a:prstDash val="solid"/>
          </a:ln>
        </p:spPr>
      </p:cxnSp>
      <p:sp>
        <p:nvSpPr>
          <p:cNvPr id="157" name="">
            <a:extLst xmlns:a="http://schemas.openxmlformats.org/drawingml/2006/main">
              <a:ext uri="{FF2B5EF4-FFF2-40B4-BE49-F238E27FC236}">
                <a16:creationId xmlns:a16="http://schemas.microsoft.com/office/drawing/2014/main" id="{FB4A21C7-6C30-4796-9B52-BB27395E3EC6}"/>
              </a:ext>
            </a:extLst>
          </p:cNvPr>
          <p:cNvSpPr>
            <a:spLocks xmlns:a="http://schemas.openxmlformats.org/drawingml/2006/main" noGrp="1"/>
          </p:cNvSpPr>
          <p:nvPr/>
        </p:nvSpPr>
        <p:spPr>
          <a:xfrm xmlns:a="http://schemas.openxmlformats.org/drawingml/2006/main">
            <a:off x="3733800" y="3381375"/>
            <a:ext cx="9525" cy="9525"/>
          </a:xfrm>
          <a:prstGeom xmlns:a="http://schemas.openxmlformats.org/drawingml/2006/main" prst="rect">
            <a:avLst/>
          </a:prstGeom>
          <a:ln xmlns:a="http://schemas.openxmlformats.org/drawingml/2006/main" w="0">
            <a:prstDash val="solid"/>
          </a:ln>
        </p:spPr>
      </p:sp>
      <p:sp>
        <p:nvSpPr>
          <p:cNvPr id="158" name="">
            <a:extLst xmlns:a="http://schemas.openxmlformats.org/drawingml/2006/main">
              <a:ext uri="{FF2B5EF4-FFF2-40B4-BE49-F238E27FC236}">
                <a16:creationId xmlns:a16="http://schemas.microsoft.com/office/drawing/2014/main" id="{2902BD21-F215-4266-A298-8EBCAB3907F7}"/>
              </a:ext>
            </a:extLst>
          </p:cNvPr>
          <p:cNvSpPr>
            <a:spLocks xmlns:a="http://schemas.openxmlformats.org/drawingml/2006/main" noGrp="1"/>
          </p:cNvSpPr>
          <p:nvPr/>
        </p:nvSpPr>
        <p:spPr>
          <a:xfrm xmlns:a="http://schemas.openxmlformats.org/drawingml/2006/main">
            <a:off x="4514850" y="4381500"/>
            <a:ext cx="9525" cy="9525"/>
          </a:xfrm>
          <a:prstGeom xmlns:a="http://schemas.openxmlformats.org/drawingml/2006/main" prst="rect">
            <a:avLst/>
          </a:prstGeom>
          <a:ln xmlns:a="http://schemas.openxmlformats.org/drawingml/2006/main" w="0">
            <a:prstDash val="solid"/>
          </a:ln>
        </p:spPr>
      </p:sp>
      <p:cxnSp>
        <p:nvCxnSpPr>
          <p:cNvPr id="622" name=""/>
          <p:cNvCxnSpPr>
            <a:stCxn xmlns:a="http://schemas.openxmlformats.org/drawingml/2006/main" id="157" idx="2"/>
            <a:endCxn xmlns:a="http://schemas.openxmlformats.org/drawingml/2006/main" id="158" idx="0"/>
          </p:cNvCxnSpPr>
          <p:nvPr/>
        </p:nvCxnSpPr>
        <p:spPr>
          <a:xfrm xmlns:a="http://schemas.openxmlformats.org/drawingml/2006/main">
            <a:off x="3738563" y="3390900"/>
            <a:ext cx="781050" cy="990600"/>
          </a:xfrm>
          <a:prstGeom xmlns:a="http://schemas.openxmlformats.org/drawingml/2006/main" prst="straightConnector1">
            <a:avLst/>
          </a:prstGeom>
          <a:ln xmlns:a="http://schemas.openxmlformats.org/drawingml/2006/main" w="11430">
            <a:solidFill>
              <a:srgbClr val="91ABB8"/>
            </a:solidFill>
            <a:prstDash val="solid"/>
          </a:ln>
        </p:spPr>
      </p:cxnSp>
      <p:sp>
        <p:nvSpPr>
          <p:cNvPr id="160" name="">
            <a:extLst xmlns:a="http://schemas.openxmlformats.org/drawingml/2006/main">
              <a:ext uri="{FF2B5EF4-FFF2-40B4-BE49-F238E27FC236}">
                <a16:creationId xmlns:a16="http://schemas.microsoft.com/office/drawing/2014/main" id="{BAE86EB7-DE65-41A1-A624-43228E0BED09}"/>
              </a:ext>
            </a:extLst>
          </p:cNvPr>
          <p:cNvSpPr>
            <a:spLocks xmlns:a="http://schemas.openxmlformats.org/drawingml/2006/main" noGrp="1"/>
          </p:cNvSpPr>
          <p:nvPr/>
        </p:nvSpPr>
        <p:spPr>
          <a:xfrm xmlns:a="http://schemas.openxmlformats.org/drawingml/2006/main">
            <a:off x="3733800" y="3800475"/>
            <a:ext cx="9525" cy="9525"/>
          </a:xfrm>
          <a:prstGeom xmlns:a="http://schemas.openxmlformats.org/drawingml/2006/main" prst="rect">
            <a:avLst/>
          </a:prstGeom>
          <a:ln xmlns:a="http://schemas.openxmlformats.org/drawingml/2006/main" w="0">
            <a:prstDash val="solid"/>
          </a:ln>
        </p:spPr>
      </p:sp>
      <p:sp>
        <p:nvSpPr>
          <p:cNvPr id="161" name="">
            <a:extLst xmlns:a="http://schemas.openxmlformats.org/drawingml/2006/main">
              <a:ext uri="{FF2B5EF4-FFF2-40B4-BE49-F238E27FC236}">
                <a16:creationId xmlns:a16="http://schemas.microsoft.com/office/drawing/2014/main" id="{E8C7A824-86B0-410A-8218-2E4D7245C066}"/>
              </a:ext>
            </a:extLst>
          </p:cNvPr>
          <p:cNvSpPr>
            <a:spLocks xmlns:a="http://schemas.openxmlformats.org/drawingml/2006/main" noGrp="1"/>
          </p:cNvSpPr>
          <p:nvPr/>
        </p:nvSpPr>
        <p:spPr>
          <a:xfrm xmlns:a="http://schemas.openxmlformats.org/drawingml/2006/main">
            <a:off x="4514850" y="2381250"/>
            <a:ext cx="9525" cy="9525"/>
          </a:xfrm>
          <a:prstGeom xmlns:a="http://schemas.openxmlformats.org/drawingml/2006/main" prst="rect">
            <a:avLst/>
          </a:prstGeom>
          <a:ln xmlns:a="http://schemas.openxmlformats.org/drawingml/2006/main" w="0">
            <a:prstDash val="solid"/>
          </a:ln>
        </p:spPr>
      </p:sp>
      <p:cxnSp>
        <p:nvCxnSpPr>
          <p:cNvPr id="625" name=""/>
          <p:cNvCxnSpPr>
            <a:stCxn xmlns:a="http://schemas.openxmlformats.org/drawingml/2006/main" id="160" idx="0"/>
            <a:endCxn xmlns:a="http://schemas.openxmlformats.org/drawingml/2006/main" id="161" idx="2"/>
          </p:cNvCxnSpPr>
          <p:nvPr/>
        </p:nvCxnSpPr>
        <p:spPr>
          <a:xfrm xmlns:a="http://schemas.openxmlformats.org/drawingml/2006/main" flipV="1">
            <a:off x="3738563" y="2390775"/>
            <a:ext cx="781050" cy="1409700"/>
          </a:xfrm>
          <a:prstGeom xmlns:a="http://schemas.openxmlformats.org/drawingml/2006/main" prst="straightConnector1">
            <a:avLst/>
          </a:prstGeom>
          <a:ln xmlns:a="http://schemas.openxmlformats.org/drawingml/2006/main" w="11430">
            <a:solidFill>
              <a:srgbClr val="91ABB8"/>
            </a:solidFill>
            <a:prstDash val="solid"/>
          </a:ln>
        </p:spPr>
      </p:cxnSp>
      <p:sp>
        <p:nvSpPr>
          <p:cNvPr id="163" name="">
            <a:extLst xmlns:a="http://schemas.openxmlformats.org/drawingml/2006/main">
              <a:ext uri="{FF2B5EF4-FFF2-40B4-BE49-F238E27FC236}">
                <a16:creationId xmlns:a16="http://schemas.microsoft.com/office/drawing/2014/main" id="{B82DF090-C8F6-49C5-BA56-6D8BACBBECD2}"/>
              </a:ext>
            </a:extLst>
          </p:cNvPr>
          <p:cNvSpPr>
            <a:spLocks xmlns:a="http://schemas.openxmlformats.org/drawingml/2006/main" noGrp="1"/>
          </p:cNvSpPr>
          <p:nvPr/>
        </p:nvSpPr>
        <p:spPr>
          <a:xfrm xmlns:a="http://schemas.openxmlformats.org/drawingml/2006/main">
            <a:off x="3733800" y="3800475"/>
            <a:ext cx="9525" cy="9525"/>
          </a:xfrm>
          <a:prstGeom xmlns:a="http://schemas.openxmlformats.org/drawingml/2006/main" prst="rect">
            <a:avLst/>
          </a:prstGeom>
          <a:ln xmlns:a="http://schemas.openxmlformats.org/drawingml/2006/main" w="0">
            <a:prstDash val="solid"/>
          </a:ln>
        </p:spPr>
      </p:sp>
      <p:sp>
        <p:nvSpPr>
          <p:cNvPr id="164" name="">
            <a:extLst xmlns:a="http://schemas.openxmlformats.org/drawingml/2006/main">
              <a:ext uri="{FF2B5EF4-FFF2-40B4-BE49-F238E27FC236}">
                <a16:creationId xmlns:a16="http://schemas.microsoft.com/office/drawing/2014/main" id="{0BB65D3B-D05A-4B99-8F7D-130253609E89}"/>
              </a:ext>
            </a:extLst>
          </p:cNvPr>
          <p:cNvSpPr>
            <a:spLocks xmlns:a="http://schemas.openxmlformats.org/drawingml/2006/main" noGrp="1"/>
          </p:cNvSpPr>
          <p:nvPr/>
        </p:nvSpPr>
        <p:spPr>
          <a:xfrm xmlns:a="http://schemas.openxmlformats.org/drawingml/2006/main">
            <a:off x="4514850" y="2667000"/>
            <a:ext cx="9525" cy="9525"/>
          </a:xfrm>
          <a:prstGeom xmlns:a="http://schemas.openxmlformats.org/drawingml/2006/main" prst="rect">
            <a:avLst/>
          </a:prstGeom>
          <a:ln xmlns:a="http://schemas.openxmlformats.org/drawingml/2006/main" w="0">
            <a:prstDash val="solid"/>
          </a:ln>
        </p:spPr>
      </p:sp>
      <p:cxnSp>
        <p:nvCxnSpPr>
          <p:cNvPr id="628" name=""/>
          <p:cNvCxnSpPr>
            <a:stCxn xmlns:a="http://schemas.openxmlformats.org/drawingml/2006/main" id="163" idx="0"/>
            <a:endCxn xmlns:a="http://schemas.openxmlformats.org/drawingml/2006/main" id="164" idx="2"/>
          </p:cNvCxnSpPr>
          <p:nvPr/>
        </p:nvCxnSpPr>
        <p:spPr>
          <a:xfrm xmlns:a="http://schemas.openxmlformats.org/drawingml/2006/main" flipV="1">
            <a:off x="3738563" y="2676525"/>
            <a:ext cx="781050" cy="1123950"/>
          </a:xfrm>
          <a:prstGeom xmlns:a="http://schemas.openxmlformats.org/drawingml/2006/main" prst="straightConnector1">
            <a:avLst/>
          </a:prstGeom>
          <a:ln xmlns:a="http://schemas.openxmlformats.org/drawingml/2006/main" w="11430">
            <a:solidFill>
              <a:srgbClr val="91ABB8"/>
            </a:solidFill>
            <a:prstDash val="solid"/>
          </a:ln>
        </p:spPr>
      </p:cxnSp>
      <p:sp>
        <p:nvSpPr>
          <p:cNvPr id="166" name="">
            <a:extLst xmlns:a="http://schemas.openxmlformats.org/drawingml/2006/main">
              <a:ext uri="{FF2B5EF4-FFF2-40B4-BE49-F238E27FC236}">
                <a16:creationId xmlns:a16="http://schemas.microsoft.com/office/drawing/2014/main" id="{30D22524-7A1D-41F7-9D53-9277757E9B41}"/>
              </a:ext>
            </a:extLst>
          </p:cNvPr>
          <p:cNvSpPr>
            <a:spLocks xmlns:a="http://schemas.openxmlformats.org/drawingml/2006/main" noGrp="1"/>
          </p:cNvSpPr>
          <p:nvPr/>
        </p:nvSpPr>
        <p:spPr>
          <a:xfrm xmlns:a="http://schemas.openxmlformats.org/drawingml/2006/main">
            <a:off x="3733800" y="3800475"/>
            <a:ext cx="9525" cy="9525"/>
          </a:xfrm>
          <a:prstGeom xmlns:a="http://schemas.openxmlformats.org/drawingml/2006/main" prst="rect">
            <a:avLst/>
          </a:prstGeom>
          <a:ln xmlns:a="http://schemas.openxmlformats.org/drawingml/2006/main" w="0">
            <a:prstDash val="solid"/>
          </a:ln>
        </p:spPr>
      </p:sp>
      <p:sp>
        <p:nvSpPr>
          <p:cNvPr id="167" name="">
            <a:extLst xmlns:a="http://schemas.openxmlformats.org/drawingml/2006/main">
              <a:ext uri="{FF2B5EF4-FFF2-40B4-BE49-F238E27FC236}">
                <a16:creationId xmlns:a16="http://schemas.microsoft.com/office/drawing/2014/main" id="{11CC511E-B734-4EB2-8CCF-9A5E08B373E4}"/>
              </a:ext>
            </a:extLst>
          </p:cNvPr>
          <p:cNvSpPr>
            <a:spLocks xmlns:a="http://schemas.openxmlformats.org/drawingml/2006/main" noGrp="1"/>
          </p:cNvSpPr>
          <p:nvPr/>
        </p:nvSpPr>
        <p:spPr>
          <a:xfrm xmlns:a="http://schemas.openxmlformats.org/drawingml/2006/main">
            <a:off x="4514850" y="2952750"/>
            <a:ext cx="9525" cy="9525"/>
          </a:xfrm>
          <a:prstGeom xmlns:a="http://schemas.openxmlformats.org/drawingml/2006/main" prst="rect">
            <a:avLst/>
          </a:prstGeom>
          <a:ln xmlns:a="http://schemas.openxmlformats.org/drawingml/2006/main" w="0">
            <a:prstDash val="solid"/>
          </a:ln>
        </p:spPr>
      </p:sp>
      <p:cxnSp>
        <p:nvCxnSpPr>
          <p:cNvPr id="631" name=""/>
          <p:cNvCxnSpPr>
            <a:stCxn xmlns:a="http://schemas.openxmlformats.org/drawingml/2006/main" id="166" idx="0"/>
            <a:endCxn xmlns:a="http://schemas.openxmlformats.org/drawingml/2006/main" id="167" idx="2"/>
          </p:cNvCxnSpPr>
          <p:nvPr/>
        </p:nvCxnSpPr>
        <p:spPr>
          <a:xfrm xmlns:a="http://schemas.openxmlformats.org/drawingml/2006/main" flipV="1">
            <a:off x="3738563" y="2962275"/>
            <a:ext cx="781050" cy="838200"/>
          </a:xfrm>
          <a:prstGeom xmlns:a="http://schemas.openxmlformats.org/drawingml/2006/main" prst="straightConnector1">
            <a:avLst/>
          </a:prstGeom>
          <a:ln xmlns:a="http://schemas.openxmlformats.org/drawingml/2006/main" w="11430">
            <a:solidFill>
              <a:srgbClr val="91ABB8"/>
            </a:solidFill>
            <a:prstDash val="solid"/>
          </a:ln>
        </p:spPr>
      </p:cxnSp>
      <p:sp>
        <p:nvSpPr>
          <p:cNvPr id="169" name="">
            <a:extLst xmlns:a="http://schemas.openxmlformats.org/drawingml/2006/main">
              <a:ext uri="{FF2B5EF4-FFF2-40B4-BE49-F238E27FC236}">
                <a16:creationId xmlns:a16="http://schemas.microsoft.com/office/drawing/2014/main" id="{5BB1C4B4-44CA-43BD-8256-B36B405FCB90}"/>
              </a:ext>
            </a:extLst>
          </p:cNvPr>
          <p:cNvSpPr>
            <a:spLocks xmlns:a="http://schemas.openxmlformats.org/drawingml/2006/main" noGrp="1"/>
          </p:cNvSpPr>
          <p:nvPr/>
        </p:nvSpPr>
        <p:spPr>
          <a:xfrm xmlns:a="http://schemas.openxmlformats.org/drawingml/2006/main">
            <a:off x="3733800" y="3800475"/>
            <a:ext cx="9525" cy="9525"/>
          </a:xfrm>
          <a:prstGeom xmlns:a="http://schemas.openxmlformats.org/drawingml/2006/main" prst="rect">
            <a:avLst/>
          </a:prstGeom>
          <a:ln xmlns:a="http://schemas.openxmlformats.org/drawingml/2006/main" w="0">
            <a:prstDash val="solid"/>
          </a:ln>
        </p:spPr>
      </p:sp>
      <p:sp>
        <p:nvSpPr>
          <p:cNvPr id="170" name="">
            <a:extLst xmlns:a="http://schemas.openxmlformats.org/drawingml/2006/main">
              <a:ext uri="{FF2B5EF4-FFF2-40B4-BE49-F238E27FC236}">
                <a16:creationId xmlns:a16="http://schemas.microsoft.com/office/drawing/2014/main" id="{0484366C-4FAD-48BA-97C3-C87F4CBE1F0D}"/>
              </a:ext>
            </a:extLst>
          </p:cNvPr>
          <p:cNvSpPr>
            <a:spLocks xmlns:a="http://schemas.openxmlformats.org/drawingml/2006/main" noGrp="1"/>
          </p:cNvSpPr>
          <p:nvPr/>
        </p:nvSpPr>
        <p:spPr>
          <a:xfrm xmlns:a="http://schemas.openxmlformats.org/drawingml/2006/main">
            <a:off x="4514850" y="3238500"/>
            <a:ext cx="9525" cy="9525"/>
          </a:xfrm>
          <a:prstGeom xmlns:a="http://schemas.openxmlformats.org/drawingml/2006/main" prst="rect">
            <a:avLst/>
          </a:prstGeom>
          <a:ln xmlns:a="http://schemas.openxmlformats.org/drawingml/2006/main" w="0">
            <a:prstDash val="solid"/>
          </a:ln>
        </p:spPr>
      </p:sp>
      <p:cxnSp>
        <p:nvCxnSpPr>
          <p:cNvPr id="634" name=""/>
          <p:cNvCxnSpPr>
            <a:stCxn xmlns:a="http://schemas.openxmlformats.org/drawingml/2006/main" id="169" idx="3"/>
            <a:endCxn xmlns:a="http://schemas.openxmlformats.org/drawingml/2006/main" id="170" idx="1"/>
          </p:cNvCxnSpPr>
          <p:nvPr/>
        </p:nvCxnSpPr>
        <p:spPr>
          <a:xfrm xmlns:a="http://schemas.openxmlformats.org/drawingml/2006/main" flipV="1">
            <a:off x="3743325" y="3243263"/>
            <a:ext cx="771525" cy="561975"/>
          </a:xfrm>
          <a:prstGeom xmlns:a="http://schemas.openxmlformats.org/drawingml/2006/main" prst="straightConnector1">
            <a:avLst/>
          </a:prstGeom>
          <a:ln xmlns:a="http://schemas.openxmlformats.org/drawingml/2006/main" w="11430">
            <a:solidFill>
              <a:srgbClr val="91ABB8"/>
            </a:solidFill>
            <a:prstDash val="solid"/>
          </a:ln>
        </p:spPr>
      </p:cxnSp>
      <p:sp>
        <p:nvSpPr>
          <p:cNvPr id="172" name="">
            <a:extLst xmlns:a="http://schemas.openxmlformats.org/drawingml/2006/main">
              <a:ext uri="{FF2B5EF4-FFF2-40B4-BE49-F238E27FC236}">
                <a16:creationId xmlns:a16="http://schemas.microsoft.com/office/drawing/2014/main" id="{C75C35BD-B1F0-42A5-9412-C07253854DA7}"/>
              </a:ext>
            </a:extLst>
          </p:cNvPr>
          <p:cNvSpPr>
            <a:spLocks xmlns:a="http://schemas.openxmlformats.org/drawingml/2006/main" noGrp="1"/>
          </p:cNvSpPr>
          <p:nvPr/>
        </p:nvSpPr>
        <p:spPr>
          <a:xfrm xmlns:a="http://schemas.openxmlformats.org/drawingml/2006/main">
            <a:off x="3733800" y="3800475"/>
            <a:ext cx="9525" cy="9525"/>
          </a:xfrm>
          <a:prstGeom xmlns:a="http://schemas.openxmlformats.org/drawingml/2006/main" prst="rect">
            <a:avLst/>
          </a:prstGeom>
          <a:ln xmlns:a="http://schemas.openxmlformats.org/drawingml/2006/main" w="0">
            <a:prstDash val="solid"/>
          </a:ln>
        </p:spPr>
      </p:sp>
      <p:sp>
        <p:nvSpPr>
          <p:cNvPr id="173" name="">
            <a:extLst xmlns:a="http://schemas.openxmlformats.org/drawingml/2006/main">
              <a:ext uri="{FF2B5EF4-FFF2-40B4-BE49-F238E27FC236}">
                <a16:creationId xmlns:a16="http://schemas.microsoft.com/office/drawing/2014/main" id="{C1F51B0D-B64F-4270-A8F7-07361DBEFE3D}"/>
              </a:ext>
            </a:extLst>
          </p:cNvPr>
          <p:cNvSpPr>
            <a:spLocks xmlns:a="http://schemas.openxmlformats.org/drawingml/2006/main" noGrp="1"/>
          </p:cNvSpPr>
          <p:nvPr/>
        </p:nvSpPr>
        <p:spPr>
          <a:xfrm xmlns:a="http://schemas.openxmlformats.org/drawingml/2006/main">
            <a:off x="4514850" y="3524250"/>
            <a:ext cx="9525" cy="9525"/>
          </a:xfrm>
          <a:prstGeom xmlns:a="http://schemas.openxmlformats.org/drawingml/2006/main" prst="rect">
            <a:avLst/>
          </a:prstGeom>
          <a:ln xmlns:a="http://schemas.openxmlformats.org/drawingml/2006/main" w="0">
            <a:prstDash val="solid"/>
          </a:ln>
        </p:spPr>
      </p:sp>
      <p:cxnSp>
        <p:nvCxnSpPr>
          <p:cNvPr id="637" name=""/>
          <p:cNvCxnSpPr>
            <a:stCxn xmlns:a="http://schemas.openxmlformats.org/drawingml/2006/main" id="172" idx="3"/>
            <a:endCxn xmlns:a="http://schemas.openxmlformats.org/drawingml/2006/main" id="173" idx="1"/>
          </p:cNvCxnSpPr>
          <p:nvPr/>
        </p:nvCxnSpPr>
        <p:spPr>
          <a:xfrm xmlns:a="http://schemas.openxmlformats.org/drawingml/2006/main" flipV="1">
            <a:off x="3743325" y="3529013"/>
            <a:ext cx="771525" cy="276225"/>
          </a:xfrm>
          <a:prstGeom xmlns:a="http://schemas.openxmlformats.org/drawingml/2006/main" prst="straightConnector1">
            <a:avLst/>
          </a:prstGeom>
          <a:ln xmlns:a="http://schemas.openxmlformats.org/drawingml/2006/main" w="11430">
            <a:solidFill>
              <a:srgbClr val="91ABB8"/>
            </a:solidFill>
            <a:prstDash val="solid"/>
          </a:ln>
        </p:spPr>
      </p:cxnSp>
      <p:sp>
        <p:nvSpPr>
          <p:cNvPr id="175" name="">
            <a:extLst xmlns:a="http://schemas.openxmlformats.org/drawingml/2006/main">
              <a:ext uri="{FF2B5EF4-FFF2-40B4-BE49-F238E27FC236}">
                <a16:creationId xmlns:a16="http://schemas.microsoft.com/office/drawing/2014/main" id="{12BF2E12-141B-4290-9150-CFFB94B6AA71}"/>
              </a:ext>
            </a:extLst>
          </p:cNvPr>
          <p:cNvSpPr>
            <a:spLocks xmlns:a="http://schemas.openxmlformats.org/drawingml/2006/main" noGrp="1"/>
          </p:cNvSpPr>
          <p:nvPr/>
        </p:nvSpPr>
        <p:spPr>
          <a:xfrm xmlns:a="http://schemas.openxmlformats.org/drawingml/2006/main">
            <a:off x="3733800" y="3800475"/>
            <a:ext cx="9525" cy="9525"/>
          </a:xfrm>
          <a:prstGeom xmlns:a="http://schemas.openxmlformats.org/drawingml/2006/main" prst="rect">
            <a:avLst/>
          </a:prstGeom>
          <a:ln xmlns:a="http://schemas.openxmlformats.org/drawingml/2006/main" w="0">
            <a:prstDash val="solid"/>
          </a:ln>
        </p:spPr>
      </p:sp>
      <p:sp>
        <p:nvSpPr>
          <p:cNvPr id="176" name="">
            <a:extLst xmlns:a="http://schemas.openxmlformats.org/drawingml/2006/main">
              <a:ext uri="{FF2B5EF4-FFF2-40B4-BE49-F238E27FC236}">
                <a16:creationId xmlns:a16="http://schemas.microsoft.com/office/drawing/2014/main" id="{3868E497-1CBA-477C-9853-F3145850693B}"/>
              </a:ext>
            </a:extLst>
          </p:cNvPr>
          <p:cNvSpPr>
            <a:spLocks xmlns:a="http://schemas.openxmlformats.org/drawingml/2006/main" noGrp="1"/>
          </p:cNvSpPr>
          <p:nvPr/>
        </p:nvSpPr>
        <p:spPr>
          <a:xfrm xmlns:a="http://schemas.openxmlformats.org/drawingml/2006/main">
            <a:off x="4514850" y="3810000"/>
            <a:ext cx="9525" cy="9525"/>
          </a:xfrm>
          <a:prstGeom xmlns:a="http://schemas.openxmlformats.org/drawingml/2006/main" prst="rect">
            <a:avLst/>
          </a:prstGeom>
          <a:ln xmlns:a="http://schemas.openxmlformats.org/drawingml/2006/main" w="0">
            <a:prstDash val="solid"/>
          </a:ln>
        </p:spPr>
      </p:sp>
      <p:cxnSp>
        <p:nvCxnSpPr>
          <p:cNvPr id="640" name=""/>
          <p:cNvCxnSpPr>
            <a:stCxn xmlns:a="http://schemas.openxmlformats.org/drawingml/2006/main" id="175" idx="3"/>
            <a:endCxn xmlns:a="http://schemas.openxmlformats.org/drawingml/2006/main" id="176" idx="1"/>
          </p:cNvCxnSpPr>
          <p:nvPr/>
        </p:nvCxnSpPr>
        <p:spPr>
          <a:xfrm xmlns:a="http://schemas.openxmlformats.org/drawingml/2006/main">
            <a:off x="3743325" y="3805238"/>
            <a:ext cx="771525" cy="9525"/>
          </a:xfrm>
          <a:prstGeom xmlns:a="http://schemas.openxmlformats.org/drawingml/2006/main" prst="straightConnector1">
            <a:avLst/>
          </a:prstGeom>
          <a:ln xmlns:a="http://schemas.openxmlformats.org/drawingml/2006/main" w="11430">
            <a:solidFill>
              <a:srgbClr val="91ABB8"/>
            </a:solidFill>
            <a:prstDash val="solid"/>
          </a:ln>
        </p:spPr>
      </p:cxnSp>
      <p:sp>
        <p:nvSpPr>
          <p:cNvPr id="178" name="">
            <a:extLst xmlns:a="http://schemas.openxmlformats.org/drawingml/2006/main">
              <a:ext uri="{FF2B5EF4-FFF2-40B4-BE49-F238E27FC236}">
                <a16:creationId xmlns:a16="http://schemas.microsoft.com/office/drawing/2014/main" id="{1986C61D-B277-4C2E-A990-3BE4C320DBC9}"/>
              </a:ext>
            </a:extLst>
          </p:cNvPr>
          <p:cNvSpPr>
            <a:spLocks xmlns:a="http://schemas.openxmlformats.org/drawingml/2006/main" noGrp="1"/>
          </p:cNvSpPr>
          <p:nvPr/>
        </p:nvSpPr>
        <p:spPr>
          <a:xfrm xmlns:a="http://schemas.openxmlformats.org/drawingml/2006/main">
            <a:off x="3733800" y="3800475"/>
            <a:ext cx="9525" cy="9525"/>
          </a:xfrm>
          <a:prstGeom xmlns:a="http://schemas.openxmlformats.org/drawingml/2006/main" prst="rect">
            <a:avLst/>
          </a:prstGeom>
          <a:ln xmlns:a="http://schemas.openxmlformats.org/drawingml/2006/main" w="0">
            <a:prstDash val="solid"/>
          </a:ln>
        </p:spPr>
      </p:sp>
      <p:sp>
        <p:nvSpPr>
          <p:cNvPr id="179" name="">
            <a:extLst xmlns:a="http://schemas.openxmlformats.org/drawingml/2006/main">
              <a:ext uri="{FF2B5EF4-FFF2-40B4-BE49-F238E27FC236}">
                <a16:creationId xmlns:a16="http://schemas.microsoft.com/office/drawing/2014/main" id="{31664148-3E73-4420-9CB6-9DBFD7436974}"/>
              </a:ext>
            </a:extLst>
          </p:cNvPr>
          <p:cNvSpPr>
            <a:spLocks xmlns:a="http://schemas.openxmlformats.org/drawingml/2006/main" noGrp="1"/>
          </p:cNvSpPr>
          <p:nvPr/>
        </p:nvSpPr>
        <p:spPr>
          <a:xfrm xmlns:a="http://schemas.openxmlformats.org/drawingml/2006/main">
            <a:off x="4514850" y="4095750"/>
            <a:ext cx="9525" cy="9525"/>
          </a:xfrm>
          <a:prstGeom xmlns:a="http://schemas.openxmlformats.org/drawingml/2006/main" prst="rect">
            <a:avLst/>
          </a:prstGeom>
          <a:ln xmlns:a="http://schemas.openxmlformats.org/drawingml/2006/main" w="0">
            <a:prstDash val="solid"/>
          </a:ln>
        </p:spPr>
      </p:sp>
      <p:cxnSp>
        <p:nvCxnSpPr>
          <p:cNvPr id="643" name=""/>
          <p:cNvCxnSpPr>
            <a:stCxn xmlns:a="http://schemas.openxmlformats.org/drawingml/2006/main" id="178" idx="3"/>
            <a:endCxn xmlns:a="http://schemas.openxmlformats.org/drawingml/2006/main" id="179" idx="1"/>
          </p:cNvCxnSpPr>
          <p:nvPr/>
        </p:nvCxnSpPr>
        <p:spPr>
          <a:xfrm xmlns:a="http://schemas.openxmlformats.org/drawingml/2006/main">
            <a:off x="3743325" y="3805238"/>
            <a:ext cx="771525" cy="295275"/>
          </a:xfrm>
          <a:prstGeom xmlns:a="http://schemas.openxmlformats.org/drawingml/2006/main" prst="straightConnector1">
            <a:avLst/>
          </a:prstGeom>
          <a:ln xmlns:a="http://schemas.openxmlformats.org/drawingml/2006/main" w="11430">
            <a:solidFill>
              <a:srgbClr val="91ABB8"/>
            </a:solidFill>
            <a:prstDash val="solid"/>
          </a:ln>
        </p:spPr>
      </p:cxnSp>
      <p:sp>
        <p:nvSpPr>
          <p:cNvPr id="181" name="">
            <a:extLst xmlns:a="http://schemas.openxmlformats.org/drawingml/2006/main">
              <a:ext uri="{FF2B5EF4-FFF2-40B4-BE49-F238E27FC236}">
                <a16:creationId xmlns:a16="http://schemas.microsoft.com/office/drawing/2014/main" id="{32ADE8A6-543F-4596-949E-C998C65B20E1}"/>
              </a:ext>
            </a:extLst>
          </p:cNvPr>
          <p:cNvSpPr>
            <a:spLocks xmlns:a="http://schemas.openxmlformats.org/drawingml/2006/main" noGrp="1"/>
          </p:cNvSpPr>
          <p:nvPr/>
        </p:nvSpPr>
        <p:spPr>
          <a:xfrm xmlns:a="http://schemas.openxmlformats.org/drawingml/2006/main">
            <a:off x="3733800" y="3800475"/>
            <a:ext cx="9525" cy="9525"/>
          </a:xfrm>
          <a:prstGeom xmlns:a="http://schemas.openxmlformats.org/drawingml/2006/main" prst="rect">
            <a:avLst/>
          </a:prstGeom>
          <a:ln xmlns:a="http://schemas.openxmlformats.org/drawingml/2006/main" w="0">
            <a:prstDash val="solid"/>
          </a:ln>
        </p:spPr>
      </p:sp>
      <p:sp>
        <p:nvSpPr>
          <p:cNvPr id="182" name="">
            <a:extLst xmlns:a="http://schemas.openxmlformats.org/drawingml/2006/main">
              <a:ext uri="{FF2B5EF4-FFF2-40B4-BE49-F238E27FC236}">
                <a16:creationId xmlns:a16="http://schemas.microsoft.com/office/drawing/2014/main" id="{4B53305E-6AD5-458E-9394-EE0C7642EC84}"/>
              </a:ext>
            </a:extLst>
          </p:cNvPr>
          <p:cNvSpPr>
            <a:spLocks xmlns:a="http://schemas.openxmlformats.org/drawingml/2006/main" noGrp="1"/>
          </p:cNvSpPr>
          <p:nvPr/>
        </p:nvSpPr>
        <p:spPr>
          <a:xfrm xmlns:a="http://schemas.openxmlformats.org/drawingml/2006/main">
            <a:off x="4514850" y="4381500"/>
            <a:ext cx="9525" cy="9525"/>
          </a:xfrm>
          <a:prstGeom xmlns:a="http://schemas.openxmlformats.org/drawingml/2006/main" prst="rect">
            <a:avLst/>
          </a:prstGeom>
          <a:ln xmlns:a="http://schemas.openxmlformats.org/drawingml/2006/main" w="0">
            <a:prstDash val="solid"/>
          </a:ln>
        </p:spPr>
      </p:sp>
      <p:cxnSp>
        <p:nvCxnSpPr>
          <p:cNvPr id="646" name=""/>
          <p:cNvCxnSpPr>
            <a:stCxn xmlns:a="http://schemas.openxmlformats.org/drawingml/2006/main" id="181" idx="3"/>
            <a:endCxn xmlns:a="http://schemas.openxmlformats.org/drawingml/2006/main" id="182" idx="1"/>
          </p:cNvCxnSpPr>
          <p:nvPr/>
        </p:nvCxnSpPr>
        <p:spPr>
          <a:xfrm xmlns:a="http://schemas.openxmlformats.org/drawingml/2006/main">
            <a:off x="3743325" y="3805238"/>
            <a:ext cx="771525" cy="581025"/>
          </a:xfrm>
          <a:prstGeom xmlns:a="http://schemas.openxmlformats.org/drawingml/2006/main" prst="straightConnector1">
            <a:avLst/>
          </a:prstGeom>
          <a:ln xmlns:a="http://schemas.openxmlformats.org/drawingml/2006/main" w="11430">
            <a:solidFill>
              <a:srgbClr val="91ABB8"/>
            </a:solidFill>
            <a:prstDash val="solid"/>
          </a:ln>
        </p:spPr>
      </p:cxnSp>
      <p:sp>
        <p:nvSpPr>
          <p:cNvPr id="184" name="">
            <a:extLst xmlns:a="http://schemas.openxmlformats.org/drawingml/2006/main">
              <a:ext uri="{FF2B5EF4-FFF2-40B4-BE49-F238E27FC236}">
                <a16:creationId xmlns:a16="http://schemas.microsoft.com/office/drawing/2014/main" id="{2EAD715D-4CA4-4183-B1D7-21DB903A909C}"/>
              </a:ext>
            </a:extLst>
          </p:cNvPr>
          <p:cNvSpPr>
            <a:spLocks xmlns:a="http://schemas.openxmlformats.org/drawingml/2006/main" noGrp="1"/>
          </p:cNvSpPr>
          <p:nvPr/>
        </p:nvSpPr>
        <p:spPr>
          <a:xfrm xmlns:a="http://schemas.openxmlformats.org/drawingml/2006/main">
            <a:off x="3733800" y="4219575"/>
            <a:ext cx="9525" cy="9525"/>
          </a:xfrm>
          <a:prstGeom xmlns:a="http://schemas.openxmlformats.org/drawingml/2006/main" prst="rect">
            <a:avLst/>
          </a:prstGeom>
          <a:ln xmlns:a="http://schemas.openxmlformats.org/drawingml/2006/main" w="0">
            <a:prstDash val="solid"/>
          </a:ln>
        </p:spPr>
      </p:sp>
      <p:sp>
        <p:nvSpPr>
          <p:cNvPr id="185" name="">
            <a:extLst xmlns:a="http://schemas.openxmlformats.org/drawingml/2006/main">
              <a:ext uri="{FF2B5EF4-FFF2-40B4-BE49-F238E27FC236}">
                <a16:creationId xmlns:a16="http://schemas.microsoft.com/office/drawing/2014/main" id="{742DAD9F-E435-4ACD-A7F1-4166EA65C7F3}"/>
              </a:ext>
            </a:extLst>
          </p:cNvPr>
          <p:cNvSpPr>
            <a:spLocks xmlns:a="http://schemas.openxmlformats.org/drawingml/2006/main" noGrp="1"/>
          </p:cNvSpPr>
          <p:nvPr/>
        </p:nvSpPr>
        <p:spPr>
          <a:xfrm xmlns:a="http://schemas.openxmlformats.org/drawingml/2006/main">
            <a:off x="4514850" y="2381250"/>
            <a:ext cx="9525" cy="9525"/>
          </a:xfrm>
          <a:prstGeom xmlns:a="http://schemas.openxmlformats.org/drawingml/2006/main" prst="rect">
            <a:avLst/>
          </a:prstGeom>
          <a:ln xmlns:a="http://schemas.openxmlformats.org/drawingml/2006/main" w="0">
            <a:prstDash val="solid"/>
          </a:ln>
        </p:spPr>
      </p:sp>
      <p:cxnSp>
        <p:nvCxnSpPr>
          <p:cNvPr id="649" name=""/>
          <p:cNvCxnSpPr>
            <a:stCxn xmlns:a="http://schemas.openxmlformats.org/drawingml/2006/main" id="184" idx="0"/>
            <a:endCxn xmlns:a="http://schemas.openxmlformats.org/drawingml/2006/main" id="185" idx="2"/>
          </p:cNvCxnSpPr>
          <p:nvPr/>
        </p:nvCxnSpPr>
        <p:spPr>
          <a:xfrm xmlns:a="http://schemas.openxmlformats.org/drawingml/2006/main" flipV="1">
            <a:off x="3738563" y="2390775"/>
            <a:ext cx="781050" cy="1828800"/>
          </a:xfrm>
          <a:prstGeom xmlns:a="http://schemas.openxmlformats.org/drawingml/2006/main" prst="straightConnector1">
            <a:avLst/>
          </a:prstGeom>
          <a:ln xmlns:a="http://schemas.openxmlformats.org/drawingml/2006/main" w="11430">
            <a:solidFill>
              <a:srgbClr val="91ABB8"/>
            </a:solidFill>
            <a:prstDash val="solid"/>
          </a:ln>
        </p:spPr>
      </p:cxnSp>
      <p:sp>
        <p:nvSpPr>
          <p:cNvPr id="187" name="">
            <a:extLst xmlns:a="http://schemas.openxmlformats.org/drawingml/2006/main">
              <a:ext uri="{FF2B5EF4-FFF2-40B4-BE49-F238E27FC236}">
                <a16:creationId xmlns:a16="http://schemas.microsoft.com/office/drawing/2014/main" id="{CE565A55-0561-4F54-90A9-2ECF8A80CB03}"/>
              </a:ext>
            </a:extLst>
          </p:cNvPr>
          <p:cNvSpPr>
            <a:spLocks xmlns:a="http://schemas.openxmlformats.org/drawingml/2006/main" noGrp="1"/>
          </p:cNvSpPr>
          <p:nvPr/>
        </p:nvSpPr>
        <p:spPr>
          <a:xfrm xmlns:a="http://schemas.openxmlformats.org/drawingml/2006/main">
            <a:off x="3733800" y="4219575"/>
            <a:ext cx="9525" cy="9525"/>
          </a:xfrm>
          <a:prstGeom xmlns:a="http://schemas.openxmlformats.org/drawingml/2006/main" prst="rect">
            <a:avLst/>
          </a:prstGeom>
          <a:ln xmlns:a="http://schemas.openxmlformats.org/drawingml/2006/main" w="0">
            <a:prstDash val="solid"/>
          </a:ln>
        </p:spPr>
      </p:sp>
      <p:sp>
        <p:nvSpPr>
          <p:cNvPr id="188" name="">
            <a:extLst xmlns:a="http://schemas.openxmlformats.org/drawingml/2006/main">
              <a:ext uri="{FF2B5EF4-FFF2-40B4-BE49-F238E27FC236}">
                <a16:creationId xmlns:a16="http://schemas.microsoft.com/office/drawing/2014/main" id="{32907EC4-1B25-45D4-BDEC-FE2B5EA59EA1}"/>
              </a:ext>
            </a:extLst>
          </p:cNvPr>
          <p:cNvSpPr>
            <a:spLocks xmlns:a="http://schemas.openxmlformats.org/drawingml/2006/main" noGrp="1"/>
          </p:cNvSpPr>
          <p:nvPr/>
        </p:nvSpPr>
        <p:spPr>
          <a:xfrm xmlns:a="http://schemas.openxmlformats.org/drawingml/2006/main">
            <a:off x="4514850" y="2667000"/>
            <a:ext cx="9525" cy="9525"/>
          </a:xfrm>
          <a:prstGeom xmlns:a="http://schemas.openxmlformats.org/drawingml/2006/main" prst="rect">
            <a:avLst/>
          </a:prstGeom>
          <a:ln xmlns:a="http://schemas.openxmlformats.org/drawingml/2006/main" w="0">
            <a:prstDash val="solid"/>
          </a:ln>
        </p:spPr>
      </p:sp>
      <p:cxnSp>
        <p:nvCxnSpPr>
          <p:cNvPr id="652" name=""/>
          <p:cNvCxnSpPr>
            <a:stCxn xmlns:a="http://schemas.openxmlformats.org/drawingml/2006/main" id="187" idx="0"/>
            <a:endCxn xmlns:a="http://schemas.openxmlformats.org/drawingml/2006/main" id="188" idx="2"/>
          </p:cNvCxnSpPr>
          <p:nvPr/>
        </p:nvCxnSpPr>
        <p:spPr>
          <a:xfrm xmlns:a="http://schemas.openxmlformats.org/drawingml/2006/main" flipV="1">
            <a:off x="3738563" y="2676525"/>
            <a:ext cx="781050" cy="1543050"/>
          </a:xfrm>
          <a:prstGeom xmlns:a="http://schemas.openxmlformats.org/drawingml/2006/main" prst="straightConnector1">
            <a:avLst/>
          </a:prstGeom>
          <a:ln xmlns:a="http://schemas.openxmlformats.org/drawingml/2006/main" w="11430">
            <a:solidFill>
              <a:srgbClr val="91ABB8"/>
            </a:solidFill>
            <a:prstDash val="solid"/>
          </a:ln>
        </p:spPr>
      </p:cxnSp>
      <p:sp>
        <p:nvSpPr>
          <p:cNvPr id="190" name="">
            <a:extLst xmlns:a="http://schemas.openxmlformats.org/drawingml/2006/main">
              <a:ext uri="{FF2B5EF4-FFF2-40B4-BE49-F238E27FC236}">
                <a16:creationId xmlns:a16="http://schemas.microsoft.com/office/drawing/2014/main" id="{3B5C54E1-B478-43BC-9E15-55BE8B2C0573}"/>
              </a:ext>
            </a:extLst>
          </p:cNvPr>
          <p:cNvSpPr>
            <a:spLocks xmlns:a="http://schemas.openxmlformats.org/drawingml/2006/main" noGrp="1"/>
          </p:cNvSpPr>
          <p:nvPr/>
        </p:nvSpPr>
        <p:spPr>
          <a:xfrm xmlns:a="http://schemas.openxmlformats.org/drawingml/2006/main">
            <a:off x="3733800" y="4219575"/>
            <a:ext cx="9525" cy="9525"/>
          </a:xfrm>
          <a:prstGeom xmlns:a="http://schemas.openxmlformats.org/drawingml/2006/main" prst="rect">
            <a:avLst/>
          </a:prstGeom>
          <a:ln xmlns:a="http://schemas.openxmlformats.org/drawingml/2006/main" w="0">
            <a:prstDash val="solid"/>
          </a:ln>
        </p:spPr>
      </p:sp>
      <p:sp>
        <p:nvSpPr>
          <p:cNvPr id="191" name="">
            <a:extLst xmlns:a="http://schemas.openxmlformats.org/drawingml/2006/main">
              <a:ext uri="{FF2B5EF4-FFF2-40B4-BE49-F238E27FC236}">
                <a16:creationId xmlns:a16="http://schemas.microsoft.com/office/drawing/2014/main" id="{948DE2B2-C3DC-470F-BC56-10C4F07547E7}"/>
              </a:ext>
            </a:extLst>
          </p:cNvPr>
          <p:cNvSpPr>
            <a:spLocks xmlns:a="http://schemas.openxmlformats.org/drawingml/2006/main" noGrp="1"/>
          </p:cNvSpPr>
          <p:nvPr/>
        </p:nvSpPr>
        <p:spPr>
          <a:xfrm xmlns:a="http://schemas.openxmlformats.org/drawingml/2006/main">
            <a:off x="4514850" y="2952750"/>
            <a:ext cx="9525" cy="9525"/>
          </a:xfrm>
          <a:prstGeom xmlns:a="http://schemas.openxmlformats.org/drawingml/2006/main" prst="rect">
            <a:avLst/>
          </a:prstGeom>
          <a:ln xmlns:a="http://schemas.openxmlformats.org/drawingml/2006/main" w="0">
            <a:prstDash val="solid"/>
          </a:ln>
        </p:spPr>
      </p:sp>
      <p:cxnSp>
        <p:nvCxnSpPr>
          <p:cNvPr id="655" name=""/>
          <p:cNvCxnSpPr>
            <a:stCxn xmlns:a="http://schemas.openxmlformats.org/drawingml/2006/main" id="190" idx="0"/>
            <a:endCxn xmlns:a="http://schemas.openxmlformats.org/drawingml/2006/main" id="191" idx="2"/>
          </p:cNvCxnSpPr>
          <p:nvPr/>
        </p:nvCxnSpPr>
        <p:spPr>
          <a:xfrm xmlns:a="http://schemas.openxmlformats.org/drawingml/2006/main" flipV="1">
            <a:off x="3738563" y="2962275"/>
            <a:ext cx="781050" cy="1257300"/>
          </a:xfrm>
          <a:prstGeom xmlns:a="http://schemas.openxmlformats.org/drawingml/2006/main" prst="straightConnector1">
            <a:avLst/>
          </a:prstGeom>
          <a:ln xmlns:a="http://schemas.openxmlformats.org/drawingml/2006/main" w="11430">
            <a:solidFill>
              <a:srgbClr val="91ABB8"/>
            </a:solidFill>
            <a:prstDash val="solid"/>
          </a:ln>
        </p:spPr>
      </p:cxnSp>
      <p:sp>
        <p:nvSpPr>
          <p:cNvPr id="193" name="">
            <a:extLst xmlns:a="http://schemas.openxmlformats.org/drawingml/2006/main">
              <a:ext uri="{FF2B5EF4-FFF2-40B4-BE49-F238E27FC236}">
                <a16:creationId xmlns:a16="http://schemas.microsoft.com/office/drawing/2014/main" id="{193A741E-6D60-444F-8829-8FE949C8E08F}"/>
              </a:ext>
            </a:extLst>
          </p:cNvPr>
          <p:cNvSpPr>
            <a:spLocks xmlns:a="http://schemas.openxmlformats.org/drawingml/2006/main" noGrp="1"/>
          </p:cNvSpPr>
          <p:nvPr/>
        </p:nvSpPr>
        <p:spPr>
          <a:xfrm xmlns:a="http://schemas.openxmlformats.org/drawingml/2006/main">
            <a:off x="3733800" y="4219575"/>
            <a:ext cx="9525" cy="9525"/>
          </a:xfrm>
          <a:prstGeom xmlns:a="http://schemas.openxmlformats.org/drawingml/2006/main" prst="rect">
            <a:avLst/>
          </a:prstGeom>
          <a:ln xmlns:a="http://schemas.openxmlformats.org/drawingml/2006/main" w="0">
            <a:prstDash val="solid"/>
          </a:ln>
        </p:spPr>
      </p:sp>
      <p:sp>
        <p:nvSpPr>
          <p:cNvPr id="194" name="">
            <a:extLst xmlns:a="http://schemas.openxmlformats.org/drawingml/2006/main">
              <a:ext uri="{FF2B5EF4-FFF2-40B4-BE49-F238E27FC236}">
                <a16:creationId xmlns:a16="http://schemas.microsoft.com/office/drawing/2014/main" id="{1A10EAF1-09AA-4BB4-843C-7F6388395AB6}"/>
              </a:ext>
            </a:extLst>
          </p:cNvPr>
          <p:cNvSpPr>
            <a:spLocks xmlns:a="http://schemas.openxmlformats.org/drawingml/2006/main" noGrp="1"/>
          </p:cNvSpPr>
          <p:nvPr/>
        </p:nvSpPr>
        <p:spPr>
          <a:xfrm xmlns:a="http://schemas.openxmlformats.org/drawingml/2006/main">
            <a:off x="4514850" y="3238500"/>
            <a:ext cx="9525" cy="9525"/>
          </a:xfrm>
          <a:prstGeom xmlns:a="http://schemas.openxmlformats.org/drawingml/2006/main" prst="rect">
            <a:avLst/>
          </a:prstGeom>
          <a:ln xmlns:a="http://schemas.openxmlformats.org/drawingml/2006/main" w="0">
            <a:prstDash val="solid"/>
          </a:ln>
        </p:spPr>
      </p:sp>
      <p:cxnSp>
        <p:nvCxnSpPr>
          <p:cNvPr id="658" name=""/>
          <p:cNvCxnSpPr>
            <a:stCxn xmlns:a="http://schemas.openxmlformats.org/drawingml/2006/main" id="193" idx="0"/>
            <a:endCxn xmlns:a="http://schemas.openxmlformats.org/drawingml/2006/main" id="194" idx="2"/>
          </p:cNvCxnSpPr>
          <p:nvPr/>
        </p:nvCxnSpPr>
        <p:spPr>
          <a:xfrm xmlns:a="http://schemas.openxmlformats.org/drawingml/2006/main" flipV="1">
            <a:off x="3738563" y="3248025"/>
            <a:ext cx="781050" cy="971550"/>
          </a:xfrm>
          <a:prstGeom xmlns:a="http://schemas.openxmlformats.org/drawingml/2006/main" prst="straightConnector1">
            <a:avLst/>
          </a:prstGeom>
          <a:ln xmlns:a="http://schemas.openxmlformats.org/drawingml/2006/main" w="11430">
            <a:solidFill>
              <a:srgbClr val="91ABB8"/>
            </a:solidFill>
            <a:prstDash val="solid"/>
          </a:ln>
        </p:spPr>
      </p:cxnSp>
      <p:sp>
        <p:nvSpPr>
          <p:cNvPr id="196" name="">
            <a:extLst xmlns:a="http://schemas.openxmlformats.org/drawingml/2006/main">
              <a:ext uri="{FF2B5EF4-FFF2-40B4-BE49-F238E27FC236}">
                <a16:creationId xmlns:a16="http://schemas.microsoft.com/office/drawing/2014/main" id="{E1415602-82C1-4C6E-944E-22AD1FADFCB9}"/>
              </a:ext>
            </a:extLst>
          </p:cNvPr>
          <p:cNvSpPr>
            <a:spLocks xmlns:a="http://schemas.openxmlformats.org/drawingml/2006/main" noGrp="1"/>
          </p:cNvSpPr>
          <p:nvPr/>
        </p:nvSpPr>
        <p:spPr>
          <a:xfrm xmlns:a="http://schemas.openxmlformats.org/drawingml/2006/main">
            <a:off x="3733800" y="4219575"/>
            <a:ext cx="9525" cy="9525"/>
          </a:xfrm>
          <a:prstGeom xmlns:a="http://schemas.openxmlformats.org/drawingml/2006/main" prst="rect">
            <a:avLst/>
          </a:prstGeom>
          <a:ln xmlns:a="http://schemas.openxmlformats.org/drawingml/2006/main" w="0">
            <a:prstDash val="solid"/>
          </a:ln>
        </p:spPr>
      </p:sp>
      <p:sp>
        <p:nvSpPr>
          <p:cNvPr id="197" name="">
            <a:extLst xmlns:a="http://schemas.openxmlformats.org/drawingml/2006/main">
              <a:ext uri="{FF2B5EF4-FFF2-40B4-BE49-F238E27FC236}">
                <a16:creationId xmlns:a16="http://schemas.microsoft.com/office/drawing/2014/main" id="{E2BEF2BA-B0FC-45E7-9141-363F62620B37}"/>
              </a:ext>
            </a:extLst>
          </p:cNvPr>
          <p:cNvSpPr>
            <a:spLocks xmlns:a="http://schemas.openxmlformats.org/drawingml/2006/main" noGrp="1"/>
          </p:cNvSpPr>
          <p:nvPr/>
        </p:nvSpPr>
        <p:spPr>
          <a:xfrm xmlns:a="http://schemas.openxmlformats.org/drawingml/2006/main">
            <a:off x="4514850" y="3524250"/>
            <a:ext cx="9525" cy="9525"/>
          </a:xfrm>
          <a:prstGeom xmlns:a="http://schemas.openxmlformats.org/drawingml/2006/main" prst="rect">
            <a:avLst/>
          </a:prstGeom>
          <a:ln xmlns:a="http://schemas.openxmlformats.org/drawingml/2006/main" w="0">
            <a:prstDash val="solid"/>
          </a:ln>
        </p:spPr>
      </p:sp>
      <p:cxnSp>
        <p:nvCxnSpPr>
          <p:cNvPr id="661" name=""/>
          <p:cNvCxnSpPr>
            <a:stCxn xmlns:a="http://schemas.openxmlformats.org/drawingml/2006/main" id="196" idx="3"/>
            <a:endCxn xmlns:a="http://schemas.openxmlformats.org/drawingml/2006/main" id="197" idx="1"/>
          </p:cNvCxnSpPr>
          <p:nvPr/>
        </p:nvCxnSpPr>
        <p:spPr>
          <a:xfrm xmlns:a="http://schemas.openxmlformats.org/drawingml/2006/main" flipV="1">
            <a:off x="3743325" y="3529013"/>
            <a:ext cx="771525" cy="695325"/>
          </a:xfrm>
          <a:prstGeom xmlns:a="http://schemas.openxmlformats.org/drawingml/2006/main" prst="straightConnector1">
            <a:avLst/>
          </a:prstGeom>
          <a:ln xmlns:a="http://schemas.openxmlformats.org/drawingml/2006/main" w="11430">
            <a:solidFill>
              <a:srgbClr val="91ABB8"/>
            </a:solidFill>
            <a:prstDash val="solid"/>
          </a:ln>
        </p:spPr>
      </p:cxnSp>
      <p:sp>
        <p:nvSpPr>
          <p:cNvPr id="199" name="">
            <a:extLst xmlns:a="http://schemas.openxmlformats.org/drawingml/2006/main">
              <a:ext uri="{FF2B5EF4-FFF2-40B4-BE49-F238E27FC236}">
                <a16:creationId xmlns:a16="http://schemas.microsoft.com/office/drawing/2014/main" id="{B24879C9-B6AE-4CD4-A901-1BC1B3258E88}"/>
              </a:ext>
            </a:extLst>
          </p:cNvPr>
          <p:cNvSpPr>
            <a:spLocks xmlns:a="http://schemas.openxmlformats.org/drawingml/2006/main" noGrp="1"/>
          </p:cNvSpPr>
          <p:nvPr/>
        </p:nvSpPr>
        <p:spPr>
          <a:xfrm xmlns:a="http://schemas.openxmlformats.org/drawingml/2006/main">
            <a:off x="3733800" y="4219575"/>
            <a:ext cx="9525" cy="9525"/>
          </a:xfrm>
          <a:prstGeom xmlns:a="http://schemas.openxmlformats.org/drawingml/2006/main" prst="rect">
            <a:avLst/>
          </a:prstGeom>
          <a:ln xmlns:a="http://schemas.openxmlformats.org/drawingml/2006/main" w="0">
            <a:prstDash val="solid"/>
          </a:ln>
        </p:spPr>
      </p:sp>
      <p:sp>
        <p:nvSpPr>
          <p:cNvPr id="200" name="">
            <a:extLst xmlns:a="http://schemas.openxmlformats.org/drawingml/2006/main">
              <a:ext uri="{FF2B5EF4-FFF2-40B4-BE49-F238E27FC236}">
                <a16:creationId xmlns:a16="http://schemas.microsoft.com/office/drawing/2014/main" id="{F47B9963-548E-45B6-8F86-35261BE1287E}"/>
              </a:ext>
            </a:extLst>
          </p:cNvPr>
          <p:cNvSpPr>
            <a:spLocks xmlns:a="http://schemas.openxmlformats.org/drawingml/2006/main" noGrp="1"/>
          </p:cNvSpPr>
          <p:nvPr/>
        </p:nvSpPr>
        <p:spPr>
          <a:xfrm xmlns:a="http://schemas.openxmlformats.org/drawingml/2006/main">
            <a:off x="4514850" y="3810000"/>
            <a:ext cx="9525" cy="9525"/>
          </a:xfrm>
          <a:prstGeom xmlns:a="http://schemas.openxmlformats.org/drawingml/2006/main" prst="rect">
            <a:avLst/>
          </a:prstGeom>
          <a:ln xmlns:a="http://schemas.openxmlformats.org/drawingml/2006/main" w="0">
            <a:prstDash val="solid"/>
          </a:ln>
        </p:spPr>
      </p:sp>
      <p:cxnSp>
        <p:nvCxnSpPr>
          <p:cNvPr id="664" name=""/>
          <p:cNvCxnSpPr>
            <a:stCxn xmlns:a="http://schemas.openxmlformats.org/drawingml/2006/main" id="199" idx="3"/>
            <a:endCxn xmlns:a="http://schemas.openxmlformats.org/drawingml/2006/main" id="200" idx="1"/>
          </p:cNvCxnSpPr>
          <p:nvPr/>
        </p:nvCxnSpPr>
        <p:spPr>
          <a:xfrm xmlns:a="http://schemas.openxmlformats.org/drawingml/2006/main" flipV="1">
            <a:off x="3743325" y="3814763"/>
            <a:ext cx="771525" cy="409575"/>
          </a:xfrm>
          <a:prstGeom xmlns:a="http://schemas.openxmlformats.org/drawingml/2006/main" prst="straightConnector1">
            <a:avLst/>
          </a:prstGeom>
          <a:ln xmlns:a="http://schemas.openxmlformats.org/drawingml/2006/main" w="11430">
            <a:solidFill>
              <a:srgbClr val="91ABB8"/>
            </a:solidFill>
            <a:prstDash val="solid"/>
          </a:ln>
        </p:spPr>
      </p:cxnSp>
      <p:sp>
        <p:nvSpPr>
          <p:cNvPr id="202" name="">
            <a:extLst xmlns:a="http://schemas.openxmlformats.org/drawingml/2006/main">
              <a:ext uri="{FF2B5EF4-FFF2-40B4-BE49-F238E27FC236}">
                <a16:creationId xmlns:a16="http://schemas.microsoft.com/office/drawing/2014/main" id="{4C84FEF2-287B-4B00-A2EB-B4671C0686F2}"/>
              </a:ext>
            </a:extLst>
          </p:cNvPr>
          <p:cNvSpPr>
            <a:spLocks xmlns:a="http://schemas.openxmlformats.org/drawingml/2006/main" noGrp="1"/>
          </p:cNvSpPr>
          <p:nvPr/>
        </p:nvSpPr>
        <p:spPr>
          <a:xfrm xmlns:a="http://schemas.openxmlformats.org/drawingml/2006/main">
            <a:off x="3733800" y="4219575"/>
            <a:ext cx="9525" cy="9525"/>
          </a:xfrm>
          <a:prstGeom xmlns:a="http://schemas.openxmlformats.org/drawingml/2006/main" prst="rect">
            <a:avLst/>
          </a:prstGeom>
          <a:ln xmlns:a="http://schemas.openxmlformats.org/drawingml/2006/main" w="0">
            <a:prstDash val="solid"/>
          </a:ln>
        </p:spPr>
      </p:sp>
      <p:sp>
        <p:nvSpPr>
          <p:cNvPr id="203" name="">
            <a:extLst xmlns:a="http://schemas.openxmlformats.org/drawingml/2006/main">
              <a:ext uri="{FF2B5EF4-FFF2-40B4-BE49-F238E27FC236}">
                <a16:creationId xmlns:a16="http://schemas.microsoft.com/office/drawing/2014/main" id="{939507FF-55F8-43C5-A90F-0FD7DE30472F}"/>
              </a:ext>
            </a:extLst>
          </p:cNvPr>
          <p:cNvSpPr>
            <a:spLocks xmlns:a="http://schemas.openxmlformats.org/drawingml/2006/main" noGrp="1"/>
          </p:cNvSpPr>
          <p:nvPr/>
        </p:nvSpPr>
        <p:spPr>
          <a:xfrm xmlns:a="http://schemas.openxmlformats.org/drawingml/2006/main">
            <a:off x="4514850" y="4095750"/>
            <a:ext cx="9525" cy="9525"/>
          </a:xfrm>
          <a:prstGeom xmlns:a="http://schemas.openxmlformats.org/drawingml/2006/main" prst="rect">
            <a:avLst/>
          </a:prstGeom>
          <a:ln xmlns:a="http://schemas.openxmlformats.org/drawingml/2006/main" w="0">
            <a:prstDash val="solid"/>
          </a:ln>
        </p:spPr>
      </p:sp>
      <p:cxnSp>
        <p:nvCxnSpPr>
          <p:cNvPr id="667" name=""/>
          <p:cNvCxnSpPr>
            <a:stCxn xmlns:a="http://schemas.openxmlformats.org/drawingml/2006/main" id="202" idx="3"/>
            <a:endCxn xmlns:a="http://schemas.openxmlformats.org/drawingml/2006/main" id="203" idx="1"/>
          </p:cNvCxnSpPr>
          <p:nvPr/>
        </p:nvCxnSpPr>
        <p:spPr>
          <a:xfrm xmlns:a="http://schemas.openxmlformats.org/drawingml/2006/main" flipV="1">
            <a:off x="3743325" y="4100513"/>
            <a:ext cx="771525" cy="123825"/>
          </a:xfrm>
          <a:prstGeom xmlns:a="http://schemas.openxmlformats.org/drawingml/2006/main" prst="straightConnector1">
            <a:avLst/>
          </a:prstGeom>
          <a:ln xmlns:a="http://schemas.openxmlformats.org/drawingml/2006/main" w="11430">
            <a:solidFill>
              <a:srgbClr val="91ABB8"/>
            </a:solidFill>
            <a:prstDash val="solid"/>
          </a:ln>
        </p:spPr>
      </p:cxnSp>
      <p:sp>
        <p:nvSpPr>
          <p:cNvPr id="205" name="">
            <a:extLst xmlns:a="http://schemas.openxmlformats.org/drawingml/2006/main">
              <a:ext uri="{FF2B5EF4-FFF2-40B4-BE49-F238E27FC236}">
                <a16:creationId xmlns:a16="http://schemas.microsoft.com/office/drawing/2014/main" id="{587A0CAD-DB73-4F79-A834-971F72634B5B}"/>
              </a:ext>
            </a:extLst>
          </p:cNvPr>
          <p:cNvSpPr>
            <a:spLocks xmlns:a="http://schemas.openxmlformats.org/drawingml/2006/main" noGrp="1"/>
          </p:cNvSpPr>
          <p:nvPr/>
        </p:nvSpPr>
        <p:spPr>
          <a:xfrm xmlns:a="http://schemas.openxmlformats.org/drawingml/2006/main">
            <a:off x="3733800" y="4219575"/>
            <a:ext cx="9525" cy="9525"/>
          </a:xfrm>
          <a:prstGeom xmlns:a="http://schemas.openxmlformats.org/drawingml/2006/main" prst="rect">
            <a:avLst/>
          </a:prstGeom>
          <a:ln xmlns:a="http://schemas.openxmlformats.org/drawingml/2006/main" w="0">
            <a:prstDash val="solid"/>
          </a:ln>
        </p:spPr>
      </p:sp>
      <p:sp>
        <p:nvSpPr>
          <p:cNvPr id="206" name="">
            <a:extLst xmlns:a="http://schemas.openxmlformats.org/drawingml/2006/main">
              <a:ext uri="{FF2B5EF4-FFF2-40B4-BE49-F238E27FC236}">
                <a16:creationId xmlns:a16="http://schemas.microsoft.com/office/drawing/2014/main" id="{D3F040B5-698E-41D6-9572-B5C69F001A9B}"/>
              </a:ext>
            </a:extLst>
          </p:cNvPr>
          <p:cNvSpPr>
            <a:spLocks xmlns:a="http://schemas.openxmlformats.org/drawingml/2006/main" noGrp="1"/>
          </p:cNvSpPr>
          <p:nvPr/>
        </p:nvSpPr>
        <p:spPr>
          <a:xfrm xmlns:a="http://schemas.openxmlformats.org/drawingml/2006/main">
            <a:off x="4514850" y="4381500"/>
            <a:ext cx="9525" cy="9525"/>
          </a:xfrm>
          <a:prstGeom xmlns:a="http://schemas.openxmlformats.org/drawingml/2006/main" prst="rect">
            <a:avLst/>
          </a:prstGeom>
          <a:ln xmlns:a="http://schemas.openxmlformats.org/drawingml/2006/main" w="0">
            <a:prstDash val="solid"/>
          </a:ln>
        </p:spPr>
      </p:sp>
      <p:cxnSp>
        <p:nvCxnSpPr>
          <p:cNvPr id="670" name=""/>
          <p:cNvCxnSpPr>
            <a:stCxn xmlns:a="http://schemas.openxmlformats.org/drawingml/2006/main" id="205" idx="3"/>
            <a:endCxn xmlns:a="http://schemas.openxmlformats.org/drawingml/2006/main" id="206" idx="1"/>
          </p:cNvCxnSpPr>
          <p:nvPr/>
        </p:nvCxnSpPr>
        <p:spPr>
          <a:xfrm xmlns:a="http://schemas.openxmlformats.org/drawingml/2006/main">
            <a:off x="3743325" y="4224338"/>
            <a:ext cx="771525" cy="161925"/>
          </a:xfrm>
          <a:prstGeom xmlns:a="http://schemas.openxmlformats.org/drawingml/2006/main" prst="straightConnector1">
            <a:avLst/>
          </a:prstGeom>
          <a:ln xmlns:a="http://schemas.openxmlformats.org/drawingml/2006/main" w="11430">
            <a:solidFill>
              <a:srgbClr val="91ABB8"/>
            </a:solidFill>
            <a:prstDash val="solid"/>
          </a:ln>
        </p:spPr>
      </p:cxnSp>
      <p:sp>
        <p:nvSpPr>
          <p:cNvPr id="208" name="">
            <a:extLst xmlns:a="http://schemas.openxmlformats.org/drawingml/2006/main">
              <a:ext uri="{FF2B5EF4-FFF2-40B4-BE49-F238E27FC236}">
                <a16:creationId xmlns:a16="http://schemas.microsoft.com/office/drawing/2014/main" id="{2F06017A-10D5-4684-B321-8B4D367A6894}"/>
              </a:ext>
            </a:extLst>
          </p:cNvPr>
          <p:cNvSpPr>
            <a:spLocks xmlns:a="http://schemas.openxmlformats.org/drawingml/2006/main" noGrp="1"/>
          </p:cNvSpPr>
          <p:nvPr/>
        </p:nvSpPr>
        <p:spPr>
          <a:xfrm xmlns:a="http://schemas.openxmlformats.org/drawingml/2006/main">
            <a:off x="4514850" y="2381250"/>
            <a:ext cx="9525" cy="9525"/>
          </a:xfrm>
          <a:prstGeom xmlns:a="http://schemas.openxmlformats.org/drawingml/2006/main" prst="rect">
            <a:avLst/>
          </a:prstGeom>
          <a:ln xmlns:a="http://schemas.openxmlformats.org/drawingml/2006/main" w="0">
            <a:prstDash val="solid"/>
          </a:ln>
        </p:spPr>
      </p:sp>
      <p:sp>
        <p:nvSpPr>
          <p:cNvPr id="209" name="">
            <a:extLst xmlns:a="http://schemas.openxmlformats.org/drawingml/2006/main">
              <a:ext uri="{FF2B5EF4-FFF2-40B4-BE49-F238E27FC236}">
                <a16:creationId xmlns:a16="http://schemas.microsoft.com/office/drawing/2014/main" id="{E92E7750-F6EF-4B07-B801-302F60549E60}"/>
              </a:ext>
            </a:extLst>
          </p:cNvPr>
          <p:cNvSpPr>
            <a:spLocks xmlns:a="http://schemas.openxmlformats.org/drawingml/2006/main" noGrp="1"/>
          </p:cNvSpPr>
          <p:nvPr/>
        </p:nvSpPr>
        <p:spPr>
          <a:xfrm xmlns:a="http://schemas.openxmlformats.org/drawingml/2006/main">
            <a:off x="5295900" y="2381250"/>
            <a:ext cx="9525" cy="9525"/>
          </a:xfrm>
          <a:prstGeom xmlns:a="http://schemas.openxmlformats.org/drawingml/2006/main" prst="rect">
            <a:avLst/>
          </a:prstGeom>
          <a:ln xmlns:a="http://schemas.openxmlformats.org/drawingml/2006/main" w="0">
            <a:prstDash val="solid"/>
          </a:ln>
        </p:spPr>
      </p:sp>
      <p:cxnSp>
        <p:nvCxnSpPr>
          <p:cNvPr id="673" name=""/>
          <p:cNvCxnSpPr>
            <a:stCxn xmlns:a="http://schemas.openxmlformats.org/drawingml/2006/main" id="208" idx="3"/>
            <a:endCxn xmlns:a="http://schemas.openxmlformats.org/drawingml/2006/main" id="209" idx="1"/>
          </p:cNvCxnSpPr>
          <p:nvPr/>
        </p:nvCxnSpPr>
        <p:spPr>
          <a:xfrm xmlns:a="http://schemas.openxmlformats.org/drawingml/2006/main">
            <a:off x="4524375" y="2386013"/>
            <a:ext cx="771525" cy="0"/>
          </a:xfrm>
          <a:prstGeom xmlns:a="http://schemas.openxmlformats.org/drawingml/2006/main" prst="straightConnector1">
            <a:avLst/>
          </a:prstGeom>
          <a:ln xmlns:a="http://schemas.openxmlformats.org/drawingml/2006/main" w="11430">
            <a:solidFill>
              <a:srgbClr val="91ABB8"/>
            </a:solidFill>
            <a:prstDash val="solid"/>
          </a:ln>
        </p:spPr>
      </p:cxnSp>
      <p:sp>
        <p:nvSpPr>
          <p:cNvPr id="211" name="">
            <a:extLst xmlns:a="http://schemas.openxmlformats.org/drawingml/2006/main">
              <a:ext uri="{FF2B5EF4-FFF2-40B4-BE49-F238E27FC236}">
                <a16:creationId xmlns:a16="http://schemas.microsoft.com/office/drawing/2014/main" id="{B5D6E2C5-0C7C-4128-9E35-B3B0624488FE}"/>
              </a:ext>
            </a:extLst>
          </p:cNvPr>
          <p:cNvSpPr>
            <a:spLocks xmlns:a="http://schemas.openxmlformats.org/drawingml/2006/main" noGrp="1"/>
          </p:cNvSpPr>
          <p:nvPr/>
        </p:nvSpPr>
        <p:spPr>
          <a:xfrm xmlns:a="http://schemas.openxmlformats.org/drawingml/2006/main">
            <a:off x="4514850" y="2381250"/>
            <a:ext cx="9525" cy="9525"/>
          </a:xfrm>
          <a:prstGeom xmlns:a="http://schemas.openxmlformats.org/drawingml/2006/main" prst="rect">
            <a:avLst/>
          </a:prstGeom>
          <a:ln xmlns:a="http://schemas.openxmlformats.org/drawingml/2006/main" w="0">
            <a:prstDash val="solid"/>
          </a:ln>
        </p:spPr>
      </p:sp>
      <p:sp>
        <p:nvSpPr>
          <p:cNvPr id="212" name="">
            <a:extLst xmlns:a="http://schemas.openxmlformats.org/drawingml/2006/main">
              <a:ext uri="{FF2B5EF4-FFF2-40B4-BE49-F238E27FC236}">
                <a16:creationId xmlns:a16="http://schemas.microsoft.com/office/drawing/2014/main" id="{0BCA0627-E364-4DBF-8E64-139F5A30A98D}"/>
              </a:ext>
            </a:extLst>
          </p:cNvPr>
          <p:cNvSpPr>
            <a:spLocks xmlns:a="http://schemas.openxmlformats.org/drawingml/2006/main" noGrp="1"/>
          </p:cNvSpPr>
          <p:nvPr/>
        </p:nvSpPr>
        <p:spPr>
          <a:xfrm xmlns:a="http://schemas.openxmlformats.org/drawingml/2006/main">
            <a:off x="5295900" y="2781300"/>
            <a:ext cx="9525" cy="9525"/>
          </a:xfrm>
          <a:prstGeom xmlns:a="http://schemas.openxmlformats.org/drawingml/2006/main" prst="rect">
            <a:avLst/>
          </a:prstGeom>
          <a:ln xmlns:a="http://schemas.openxmlformats.org/drawingml/2006/main" w="0">
            <a:prstDash val="solid"/>
          </a:ln>
        </p:spPr>
      </p:sp>
      <p:cxnSp>
        <p:nvCxnSpPr>
          <p:cNvPr id="676" name=""/>
          <p:cNvCxnSpPr>
            <a:stCxn xmlns:a="http://schemas.openxmlformats.org/drawingml/2006/main" id="211" idx="3"/>
            <a:endCxn xmlns:a="http://schemas.openxmlformats.org/drawingml/2006/main" id="212" idx="1"/>
          </p:cNvCxnSpPr>
          <p:nvPr/>
        </p:nvCxnSpPr>
        <p:spPr>
          <a:xfrm xmlns:a="http://schemas.openxmlformats.org/drawingml/2006/main">
            <a:off x="4524375" y="2386013"/>
            <a:ext cx="771525" cy="400050"/>
          </a:xfrm>
          <a:prstGeom xmlns:a="http://schemas.openxmlformats.org/drawingml/2006/main" prst="straightConnector1">
            <a:avLst/>
          </a:prstGeom>
          <a:ln xmlns:a="http://schemas.openxmlformats.org/drawingml/2006/main" w="11430">
            <a:solidFill>
              <a:srgbClr val="91ABB8"/>
            </a:solidFill>
            <a:prstDash val="solid"/>
          </a:ln>
        </p:spPr>
      </p:cxnSp>
      <p:sp>
        <p:nvSpPr>
          <p:cNvPr id="214" name="">
            <a:extLst xmlns:a="http://schemas.openxmlformats.org/drawingml/2006/main">
              <a:ext uri="{FF2B5EF4-FFF2-40B4-BE49-F238E27FC236}">
                <a16:creationId xmlns:a16="http://schemas.microsoft.com/office/drawing/2014/main" id="{A16247F9-F3E9-40D0-AE53-1EB0F2A138B9}"/>
              </a:ext>
            </a:extLst>
          </p:cNvPr>
          <p:cNvSpPr>
            <a:spLocks xmlns:a="http://schemas.openxmlformats.org/drawingml/2006/main" noGrp="1"/>
          </p:cNvSpPr>
          <p:nvPr/>
        </p:nvSpPr>
        <p:spPr>
          <a:xfrm xmlns:a="http://schemas.openxmlformats.org/drawingml/2006/main">
            <a:off x="4514850" y="2381250"/>
            <a:ext cx="9525" cy="9525"/>
          </a:xfrm>
          <a:prstGeom xmlns:a="http://schemas.openxmlformats.org/drawingml/2006/main" prst="rect">
            <a:avLst/>
          </a:prstGeom>
          <a:ln xmlns:a="http://schemas.openxmlformats.org/drawingml/2006/main" w="0">
            <a:prstDash val="solid"/>
          </a:ln>
        </p:spPr>
      </p:sp>
      <p:sp>
        <p:nvSpPr>
          <p:cNvPr id="215" name="">
            <a:extLst xmlns:a="http://schemas.openxmlformats.org/drawingml/2006/main">
              <a:ext uri="{FF2B5EF4-FFF2-40B4-BE49-F238E27FC236}">
                <a16:creationId xmlns:a16="http://schemas.microsoft.com/office/drawing/2014/main" id="{853087E2-A489-4ECC-AB07-820BC4F1F8DE}"/>
              </a:ext>
            </a:extLst>
          </p:cNvPr>
          <p:cNvSpPr>
            <a:spLocks xmlns:a="http://schemas.openxmlformats.org/drawingml/2006/main" noGrp="1"/>
          </p:cNvSpPr>
          <p:nvPr/>
        </p:nvSpPr>
        <p:spPr>
          <a:xfrm xmlns:a="http://schemas.openxmlformats.org/drawingml/2006/main">
            <a:off x="5295900" y="3181350"/>
            <a:ext cx="9525" cy="9525"/>
          </a:xfrm>
          <a:prstGeom xmlns:a="http://schemas.openxmlformats.org/drawingml/2006/main" prst="rect">
            <a:avLst/>
          </a:prstGeom>
          <a:ln xmlns:a="http://schemas.openxmlformats.org/drawingml/2006/main" w="0">
            <a:prstDash val="solid"/>
          </a:ln>
        </p:spPr>
      </p:sp>
      <p:cxnSp>
        <p:nvCxnSpPr>
          <p:cNvPr id="679" name=""/>
          <p:cNvCxnSpPr>
            <a:stCxn xmlns:a="http://schemas.openxmlformats.org/drawingml/2006/main" id="214" idx="2"/>
            <a:endCxn xmlns:a="http://schemas.openxmlformats.org/drawingml/2006/main" id="215" idx="0"/>
          </p:cNvCxnSpPr>
          <p:nvPr/>
        </p:nvCxnSpPr>
        <p:spPr>
          <a:xfrm xmlns:a="http://schemas.openxmlformats.org/drawingml/2006/main">
            <a:off x="4519613" y="2390775"/>
            <a:ext cx="781050" cy="790575"/>
          </a:xfrm>
          <a:prstGeom xmlns:a="http://schemas.openxmlformats.org/drawingml/2006/main" prst="straightConnector1">
            <a:avLst/>
          </a:prstGeom>
          <a:ln xmlns:a="http://schemas.openxmlformats.org/drawingml/2006/main" w="11430">
            <a:solidFill>
              <a:srgbClr val="91ABB8"/>
            </a:solidFill>
            <a:prstDash val="solid"/>
          </a:ln>
        </p:spPr>
      </p:cxnSp>
      <p:sp>
        <p:nvSpPr>
          <p:cNvPr id="217" name="">
            <a:extLst xmlns:a="http://schemas.openxmlformats.org/drawingml/2006/main">
              <a:ext uri="{FF2B5EF4-FFF2-40B4-BE49-F238E27FC236}">
                <a16:creationId xmlns:a16="http://schemas.microsoft.com/office/drawing/2014/main" id="{0B5839FD-5332-40A7-8646-BE828A8FDD87}"/>
              </a:ext>
            </a:extLst>
          </p:cNvPr>
          <p:cNvSpPr>
            <a:spLocks xmlns:a="http://schemas.openxmlformats.org/drawingml/2006/main" noGrp="1"/>
          </p:cNvSpPr>
          <p:nvPr/>
        </p:nvSpPr>
        <p:spPr>
          <a:xfrm xmlns:a="http://schemas.openxmlformats.org/drawingml/2006/main">
            <a:off x="4514850" y="2381250"/>
            <a:ext cx="9525" cy="9525"/>
          </a:xfrm>
          <a:prstGeom xmlns:a="http://schemas.openxmlformats.org/drawingml/2006/main" prst="rect">
            <a:avLst/>
          </a:prstGeom>
          <a:ln xmlns:a="http://schemas.openxmlformats.org/drawingml/2006/main" w="0">
            <a:prstDash val="solid"/>
          </a:ln>
        </p:spPr>
      </p:sp>
      <p:sp>
        <p:nvSpPr>
          <p:cNvPr id="218" name="">
            <a:extLst xmlns:a="http://schemas.openxmlformats.org/drawingml/2006/main">
              <a:ext uri="{FF2B5EF4-FFF2-40B4-BE49-F238E27FC236}">
                <a16:creationId xmlns:a16="http://schemas.microsoft.com/office/drawing/2014/main" id="{34306AB7-39D5-459D-ABEC-9906CDA4EA0B}"/>
              </a:ext>
            </a:extLst>
          </p:cNvPr>
          <p:cNvSpPr>
            <a:spLocks xmlns:a="http://schemas.openxmlformats.org/drawingml/2006/main" noGrp="1"/>
          </p:cNvSpPr>
          <p:nvPr/>
        </p:nvSpPr>
        <p:spPr>
          <a:xfrm xmlns:a="http://schemas.openxmlformats.org/drawingml/2006/main">
            <a:off x="5295900" y="3581400"/>
            <a:ext cx="9525" cy="9525"/>
          </a:xfrm>
          <a:prstGeom xmlns:a="http://schemas.openxmlformats.org/drawingml/2006/main" prst="rect">
            <a:avLst/>
          </a:prstGeom>
          <a:ln xmlns:a="http://schemas.openxmlformats.org/drawingml/2006/main" w="0">
            <a:prstDash val="solid"/>
          </a:ln>
        </p:spPr>
      </p:sp>
      <p:cxnSp>
        <p:nvCxnSpPr>
          <p:cNvPr id="682" name=""/>
          <p:cNvCxnSpPr>
            <a:stCxn xmlns:a="http://schemas.openxmlformats.org/drawingml/2006/main" id="217" idx="2"/>
            <a:endCxn xmlns:a="http://schemas.openxmlformats.org/drawingml/2006/main" id="218" idx="0"/>
          </p:cNvCxnSpPr>
          <p:nvPr/>
        </p:nvCxnSpPr>
        <p:spPr>
          <a:xfrm xmlns:a="http://schemas.openxmlformats.org/drawingml/2006/main">
            <a:off x="4519613" y="2390775"/>
            <a:ext cx="781050" cy="1190625"/>
          </a:xfrm>
          <a:prstGeom xmlns:a="http://schemas.openxmlformats.org/drawingml/2006/main" prst="straightConnector1">
            <a:avLst/>
          </a:prstGeom>
          <a:ln xmlns:a="http://schemas.openxmlformats.org/drawingml/2006/main" w="11430">
            <a:solidFill>
              <a:srgbClr val="91ABB8"/>
            </a:solidFill>
            <a:prstDash val="solid"/>
          </a:ln>
        </p:spPr>
      </p:cxnSp>
      <p:sp>
        <p:nvSpPr>
          <p:cNvPr id="220" name="">
            <a:extLst xmlns:a="http://schemas.openxmlformats.org/drawingml/2006/main">
              <a:ext uri="{FF2B5EF4-FFF2-40B4-BE49-F238E27FC236}">
                <a16:creationId xmlns:a16="http://schemas.microsoft.com/office/drawing/2014/main" id="{19B5E13C-67C2-49B8-8A4C-DDC1E43EEE73}"/>
              </a:ext>
            </a:extLst>
          </p:cNvPr>
          <p:cNvSpPr>
            <a:spLocks xmlns:a="http://schemas.openxmlformats.org/drawingml/2006/main" noGrp="1"/>
          </p:cNvSpPr>
          <p:nvPr/>
        </p:nvSpPr>
        <p:spPr>
          <a:xfrm xmlns:a="http://schemas.openxmlformats.org/drawingml/2006/main">
            <a:off x="4514850" y="2381250"/>
            <a:ext cx="9525" cy="9525"/>
          </a:xfrm>
          <a:prstGeom xmlns:a="http://schemas.openxmlformats.org/drawingml/2006/main" prst="rect">
            <a:avLst/>
          </a:prstGeom>
          <a:ln xmlns:a="http://schemas.openxmlformats.org/drawingml/2006/main" w="0">
            <a:prstDash val="solid"/>
          </a:ln>
        </p:spPr>
      </p:sp>
      <p:sp>
        <p:nvSpPr>
          <p:cNvPr id="221" name="">
            <a:extLst xmlns:a="http://schemas.openxmlformats.org/drawingml/2006/main">
              <a:ext uri="{FF2B5EF4-FFF2-40B4-BE49-F238E27FC236}">
                <a16:creationId xmlns:a16="http://schemas.microsoft.com/office/drawing/2014/main" id="{6B261EA5-9EF1-4B44-8B09-7259BE261717}"/>
              </a:ext>
            </a:extLst>
          </p:cNvPr>
          <p:cNvSpPr>
            <a:spLocks xmlns:a="http://schemas.openxmlformats.org/drawingml/2006/main" noGrp="1"/>
          </p:cNvSpPr>
          <p:nvPr/>
        </p:nvSpPr>
        <p:spPr>
          <a:xfrm xmlns:a="http://schemas.openxmlformats.org/drawingml/2006/main">
            <a:off x="5295900" y="3981450"/>
            <a:ext cx="9525" cy="9525"/>
          </a:xfrm>
          <a:prstGeom xmlns:a="http://schemas.openxmlformats.org/drawingml/2006/main" prst="rect">
            <a:avLst/>
          </a:prstGeom>
          <a:ln xmlns:a="http://schemas.openxmlformats.org/drawingml/2006/main" w="0">
            <a:prstDash val="solid"/>
          </a:ln>
        </p:spPr>
      </p:sp>
      <p:cxnSp>
        <p:nvCxnSpPr>
          <p:cNvPr id="685" name=""/>
          <p:cNvCxnSpPr>
            <a:stCxn xmlns:a="http://schemas.openxmlformats.org/drawingml/2006/main" id="220" idx="2"/>
            <a:endCxn xmlns:a="http://schemas.openxmlformats.org/drawingml/2006/main" id="221" idx="0"/>
          </p:cNvCxnSpPr>
          <p:nvPr/>
        </p:nvCxnSpPr>
        <p:spPr>
          <a:xfrm xmlns:a="http://schemas.openxmlformats.org/drawingml/2006/main">
            <a:off x="4519613" y="2390775"/>
            <a:ext cx="781050" cy="1590675"/>
          </a:xfrm>
          <a:prstGeom xmlns:a="http://schemas.openxmlformats.org/drawingml/2006/main" prst="straightConnector1">
            <a:avLst/>
          </a:prstGeom>
          <a:ln xmlns:a="http://schemas.openxmlformats.org/drawingml/2006/main" w="11430">
            <a:solidFill>
              <a:srgbClr val="91ABB8"/>
            </a:solidFill>
            <a:prstDash val="solid"/>
          </a:ln>
        </p:spPr>
      </p:cxnSp>
      <p:sp>
        <p:nvSpPr>
          <p:cNvPr id="223" name="">
            <a:extLst xmlns:a="http://schemas.openxmlformats.org/drawingml/2006/main">
              <a:ext uri="{FF2B5EF4-FFF2-40B4-BE49-F238E27FC236}">
                <a16:creationId xmlns:a16="http://schemas.microsoft.com/office/drawing/2014/main" id="{AAAA1658-DF74-415B-BA2E-934C7095DDFE}"/>
              </a:ext>
            </a:extLst>
          </p:cNvPr>
          <p:cNvSpPr>
            <a:spLocks xmlns:a="http://schemas.openxmlformats.org/drawingml/2006/main" noGrp="1"/>
          </p:cNvSpPr>
          <p:nvPr/>
        </p:nvSpPr>
        <p:spPr>
          <a:xfrm xmlns:a="http://schemas.openxmlformats.org/drawingml/2006/main">
            <a:off x="4514850" y="2381250"/>
            <a:ext cx="9525" cy="9525"/>
          </a:xfrm>
          <a:prstGeom xmlns:a="http://schemas.openxmlformats.org/drawingml/2006/main" prst="rect">
            <a:avLst/>
          </a:prstGeom>
          <a:ln xmlns:a="http://schemas.openxmlformats.org/drawingml/2006/main" w="0">
            <a:prstDash val="solid"/>
          </a:ln>
        </p:spPr>
      </p:sp>
      <p:sp>
        <p:nvSpPr>
          <p:cNvPr id="224" name="">
            <a:extLst xmlns:a="http://schemas.openxmlformats.org/drawingml/2006/main">
              <a:ext uri="{FF2B5EF4-FFF2-40B4-BE49-F238E27FC236}">
                <a16:creationId xmlns:a16="http://schemas.microsoft.com/office/drawing/2014/main" id="{3F2A1442-A965-47EB-95D5-51FA06AE4496}"/>
              </a:ext>
            </a:extLst>
          </p:cNvPr>
          <p:cNvSpPr>
            <a:spLocks xmlns:a="http://schemas.openxmlformats.org/drawingml/2006/main" noGrp="1"/>
          </p:cNvSpPr>
          <p:nvPr/>
        </p:nvSpPr>
        <p:spPr>
          <a:xfrm xmlns:a="http://schemas.openxmlformats.org/drawingml/2006/main">
            <a:off x="5295900" y="4381500"/>
            <a:ext cx="9525" cy="9525"/>
          </a:xfrm>
          <a:prstGeom xmlns:a="http://schemas.openxmlformats.org/drawingml/2006/main" prst="rect">
            <a:avLst/>
          </a:prstGeom>
          <a:ln xmlns:a="http://schemas.openxmlformats.org/drawingml/2006/main" w="0">
            <a:prstDash val="solid"/>
          </a:ln>
        </p:spPr>
      </p:sp>
      <p:cxnSp>
        <p:nvCxnSpPr>
          <p:cNvPr id="688" name=""/>
          <p:cNvCxnSpPr>
            <a:stCxn xmlns:a="http://schemas.openxmlformats.org/drawingml/2006/main" id="223" idx="2"/>
            <a:endCxn xmlns:a="http://schemas.openxmlformats.org/drawingml/2006/main" id="224" idx="0"/>
          </p:cNvCxnSpPr>
          <p:nvPr/>
        </p:nvCxnSpPr>
        <p:spPr>
          <a:xfrm xmlns:a="http://schemas.openxmlformats.org/drawingml/2006/main">
            <a:off x="4519613" y="2390775"/>
            <a:ext cx="781050" cy="1990725"/>
          </a:xfrm>
          <a:prstGeom xmlns:a="http://schemas.openxmlformats.org/drawingml/2006/main" prst="straightConnector1">
            <a:avLst/>
          </a:prstGeom>
          <a:ln xmlns:a="http://schemas.openxmlformats.org/drawingml/2006/main" w="11430">
            <a:solidFill>
              <a:srgbClr val="91ABB8"/>
            </a:solidFill>
            <a:prstDash val="solid"/>
          </a:ln>
        </p:spPr>
      </p:cxnSp>
      <p:sp>
        <p:nvSpPr>
          <p:cNvPr id="226" name="">
            <a:extLst xmlns:a="http://schemas.openxmlformats.org/drawingml/2006/main">
              <a:ext uri="{FF2B5EF4-FFF2-40B4-BE49-F238E27FC236}">
                <a16:creationId xmlns:a16="http://schemas.microsoft.com/office/drawing/2014/main" id="{8A123D66-6986-4EA7-98BE-6BD4E3ED7996}"/>
              </a:ext>
            </a:extLst>
          </p:cNvPr>
          <p:cNvSpPr>
            <a:spLocks xmlns:a="http://schemas.openxmlformats.org/drawingml/2006/main" noGrp="1"/>
          </p:cNvSpPr>
          <p:nvPr/>
        </p:nvSpPr>
        <p:spPr>
          <a:xfrm xmlns:a="http://schemas.openxmlformats.org/drawingml/2006/main">
            <a:off x="4514850" y="2667000"/>
            <a:ext cx="9525" cy="9525"/>
          </a:xfrm>
          <a:prstGeom xmlns:a="http://schemas.openxmlformats.org/drawingml/2006/main" prst="rect">
            <a:avLst/>
          </a:prstGeom>
          <a:ln xmlns:a="http://schemas.openxmlformats.org/drawingml/2006/main" w="0">
            <a:prstDash val="solid"/>
          </a:ln>
        </p:spPr>
      </p:sp>
      <p:sp>
        <p:nvSpPr>
          <p:cNvPr id="227" name="">
            <a:extLst xmlns:a="http://schemas.openxmlformats.org/drawingml/2006/main">
              <a:ext uri="{FF2B5EF4-FFF2-40B4-BE49-F238E27FC236}">
                <a16:creationId xmlns:a16="http://schemas.microsoft.com/office/drawing/2014/main" id="{0F8FCD45-CD42-4709-A877-650F5FD8BEF2}"/>
              </a:ext>
            </a:extLst>
          </p:cNvPr>
          <p:cNvSpPr>
            <a:spLocks xmlns:a="http://schemas.openxmlformats.org/drawingml/2006/main" noGrp="1"/>
          </p:cNvSpPr>
          <p:nvPr/>
        </p:nvSpPr>
        <p:spPr>
          <a:xfrm xmlns:a="http://schemas.openxmlformats.org/drawingml/2006/main">
            <a:off x="5295900" y="2381250"/>
            <a:ext cx="9525" cy="9525"/>
          </a:xfrm>
          <a:prstGeom xmlns:a="http://schemas.openxmlformats.org/drawingml/2006/main" prst="rect">
            <a:avLst/>
          </a:prstGeom>
          <a:ln xmlns:a="http://schemas.openxmlformats.org/drawingml/2006/main" w="0">
            <a:prstDash val="solid"/>
          </a:ln>
        </p:spPr>
      </p:sp>
      <p:cxnSp>
        <p:nvCxnSpPr>
          <p:cNvPr id="691" name=""/>
          <p:cNvCxnSpPr>
            <a:stCxn xmlns:a="http://schemas.openxmlformats.org/drawingml/2006/main" id="226" idx="3"/>
            <a:endCxn xmlns:a="http://schemas.openxmlformats.org/drawingml/2006/main" id="227" idx="1"/>
          </p:cNvCxnSpPr>
          <p:nvPr/>
        </p:nvCxnSpPr>
        <p:spPr>
          <a:xfrm xmlns:a="http://schemas.openxmlformats.org/drawingml/2006/main" flipV="1">
            <a:off x="4524375" y="2386013"/>
            <a:ext cx="771525" cy="285750"/>
          </a:xfrm>
          <a:prstGeom xmlns:a="http://schemas.openxmlformats.org/drawingml/2006/main" prst="straightConnector1">
            <a:avLst/>
          </a:prstGeom>
          <a:ln xmlns:a="http://schemas.openxmlformats.org/drawingml/2006/main" w="11430">
            <a:solidFill>
              <a:srgbClr val="91ABB8"/>
            </a:solidFill>
            <a:prstDash val="solid"/>
          </a:ln>
        </p:spPr>
      </p:cxnSp>
      <p:sp>
        <p:nvSpPr>
          <p:cNvPr id="229" name="">
            <a:extLst xmlns:a="http://schemas.openxmlformats.org/drawingml/2006/main">
              <a:ext uri="{FF2B5EF4-FFF2-40B4-BE49-F238E27FC236}">
                <a16:creationId xmlns:a16="http://schemas.microsoft.com/office/drawing/2014/main" id="{0D0C0B4C-D4A0-49A8-97DF-BAABDB6F9299}"/>
              </a:ext>
            </a:extLst>
          </p:cNvPr>
          <p:cNvSpPr>
            <a:spLocks xmlns:a="http://schemas.openxmlformats.org/drawingml/2006/main" noGrp="1"/>
          </p:cNvSpPr>
          <p:nvPr/>
        </p:nvSpPr>
        <p:spPr>
          <a:xfrm xmlns:a="http://schemas.openxmlformats.org/drawingml/2006/main">
            <a:off x="4514850" y="2667000"/>
            <a:ext cx="9525" cy="9525"/>
          </a:xfrm>
          <a:prstGeom xmlns:a="http://schemas.openxmlformats.org/drawingml/2006/main" prst="rect">
            <a:avLst/>
          </a:prstGeom>
          <a:ln xmlns:a="http://schemas.openxmlformats.org/drawingml/2006/main" w="0">
            <a:prstDash val="solid"/>
          </a:ln>
        </p:spPr>
      </p:sp>
      <p:sp>
        <p:nvSpPr>
          <p:cNvPr id="230" name="">
            <a:extLst xmlns:a="http://schemas.openxmlformats.org/drawingml/2006/main">
              <a:ext uri="{FF2B5EF4-FFF2-40B4-BE49-F238E27FC236}">
                <a16:creationId xmlns:a16="http://schemas.microsoft.com/office/drawing/2014/main" id="{36E51788-5C13-4D00-9779-04E9E56ECE2A}"/>
              </a:ext>
            </a:extLst>
          </p:cNvPr>
          <p:cNvSpPr>
            <a:spLocks xmlns:a="http://schemas.openxmlformats.org/drawingml/2006/main" noGrp="1"/>
          </p:cNvSpPr>
          <p:nvPr/>
        </p:nvSpPr>
        <p:spPr>
          <a:xfrm xmlns:a="http://schemas.openxmlformats.org/drawingml/2006/main">
            <a:off x="5295900" y="2781300"/>
            <a:ext cx="9525" cy="9525"/>
          </a:xfrm>
          <a:prstGeom xmlns:a="http://schemas.openxmlformats.org/drawingml/2006/main" prst="rect">
            <a:avLst/>
          </a:prstGeom>
          <a:ln xmlns:a="http://schemas.openxmlformats.org/drawingml/2006/main" w="0">
            <a:prstDash val="solid"/>
          </a:ln>
        </p:spPr>
      </p:sp>
      <p:cxnSp>
        <p:nvCxnSpPr>
          <p:cNvPr id="694" name=""/>
          <p:cNvCxnSpPr>
            <a:stCxn xmlns:a="http://schemas.openxmlformats.org/drawingml/2006/main" id="229" idx="3"/>
            <a:endCxn xmlns:a="http://schemas.openxmlformats.org/drawingml/2006/main" id="230" idx="1"/>
          </p:cNvCxnSpPr>
          <p:nvPr/>
        </p:nvCxnSpPr>
        <p:spPr>
          <a:xfrm xmlns:a="http://schemas.openxmlformats.org/drawingml/2006/main">
            <a:off x="4524375" y="2671763"/>
            <a:ext cx="771525" cy="114300"/>
          </a:xfrm>
          <a:prstGeom xmlns:a="http://schemas.openxmlformats.org/drawingml/2006/main" prst="straightConnector1">
            <a:avLst/>
          </a:prstGeom>
          <a:ln xmlns:a="http://schemas.openxmlformats.org/drawingml/2006/main" w="11430">
            <a:solidFill>
              <a:srgbClr val="91ABB8"/>
            </a:solidFill>
            <a:prstDash val="solid"/>
          </a:ln>
        </p:spPr>
      </p:cxnSp>
      <p:sp>
        <p:nvSpPr>
          <p:cNvPr id="232" name="">
            <a:extLst xmlns:a="http://schemas.openxmlformats.org/drawingml/2006/main">
              <a:ext uri="{FF2B5EF4-FFF2-40B4-BE49-F238E27FC236}">
                <a16:creationId xmlns:a16="http://schemas.microsoft.com/office/drawing/2014/main" id="{955CFEB8-8283-493A-8E49-7113469A1492}"/>
              </a:ext>
            </a:extLst>
          </p:cNvPr>
          <p:cNvSpPr>
            <a:spLocks xmlns:a="http://schemas.openxmlformats.org/drawingml/2006/main" noGrp="1"/>
          </p:cNvSpPr>
          <p:nvPr/>
        </p:nvSpPr>
        <p:spPr>
          <a:xfrm xmlns:a="http://schemas.openxmlformats.org/drawingml/2006/main">
            <a:off x="4514850" y="2667000"/>
            <a:ext cx="9525" cy="9525"/>
          </a:xfrm>
          <a:prstGeom xmlns:a="http://schemas.openxmlformats.org/drawingml/2006/main" prst="rect">
            <a:avLst/>
          </a:prstGeom>
          <a:ln xmlns:a="http://schemas.openxmlformats.org/drawingml/2006/main" w="0">
            <a:prstDash val="solid"/>
          </a:ln>
        </p:spPr>
      </p:sp>
      <p:sp>
        <p:nvSpPr>
          <p:cNvPr id="233" name="">
            <a:extLst xmlns:a="http://schemas.openxmlformats.org/drawingml/2006/main">
              <a:ext uri="{FF2B5EF4-FFF2-40B4-BE49-F238E27FC236}">
                <a16:creationId xmlns:a16="http://schemas.microsoft.com/office/drawing/2014/main" id="{8B3A5628-4785-4C8A-B815-6C703ACE5560}"/>
              </a:ext>
            </a:extLst>
          </p:cNvPr>
          <p:cNvSpPr>
            <a:spLocks xmlns:a="http://schemas.openxmlformats.org/drawingml/2006/main" noGrp="1"/>
          </p:cNvSpPr>
          <p:nvPr/>
        </p:nvSpPr>
        <p:spPr>
          <a:xfrm xmlns:a="http://schemas.openxmlformats.org/drawingml/2006/main">
            <a:off x="5295900" y="3181350"/>
            <a:ext cx="9525" cy="9525"/>
          </a:xfrm>
          <a:prstGeom xmlns:a="http://schemas.openxmlformats.org/drawingml/2006/main" prst="rect">
            <a:avLst/>
          </a:prstGeom>
          <a:ln xmlns:a="http://schemas.openxmlformats.org/drawingml/2006/main" w="0">
            <a:prstDash val="solid"/>
          </a:ln>
        </p:spPr>
      </p:sp>
      <p:cxnSp>
        <p:nvCxnSpPr>
          <p:cNvPr id="697" name=""/>
          <p:cNvCxnSpPr>
            <a:stCxn xmlns:a="http://schemas.openxmlformats.org/drawingml/2006/main" id="232" idx="3"/>
            <a:endCxn xmlns:a="http://schemas.openxmlformats.org/drawingml/2006/main" id="233" idx="1"/>
          </p:cNvCxnSpPr>
          <p:nvPr/>
        </p:nvCxnSpPr>
        <p:spPr>
          <a:xfrm xmlns:a="http://schemas.openxmlformats.org/drawingml/2006/main">
            <a:off x="4524375" y="2671763"/>
            <a:ext cx="771525" cy="514350"/>
          </a:xfrm>
          <a:prstGeom xmlns:a="http://schemas.openxmlformats.org/drawingml/2006/main" prst="straightConnector1">
            <a:avLst/>
          </a:prstGeom>
          <a:ln xmlns:a="http://schemas.openxmlformats.org/drawingml/2006/main" w="11430">
            <a:solidFill>
              <a:srgbClr val="91ABB8"/>
            </a:solidFill>
            <a:prstDash val="solid"/>
          </a:ln>
        </p:spPr>
      </p:cxnSp>
      <p:sp>
        <p:nvSpPr>
          <p:cNvPr id="235" name="">
            <a:extLst xmlns:a="http://schemas.openxmlformats.org/drawingml/2006/main">
              <a:ext uri="{FF2B5EF4-FFF2-40B4-BE49-F238E27FC236}">
                <a16:creationId xmlns:a16="http://schemas.microsoft.com/office/drawing/2014/main" id="{70524E1D-2CEA-4DAE-9398-CC4D0360AE09}"/>
              </a:ext>
            </a:extLst>
          </p:cNvPr>
          <p:cNvSpPr>
            <a:spLocks xmlns:a="http://schemas.openxmlformats.org/drawingml/2006/main" noGrp="1"/>
          </p:cNvSpPr>
          <p:nvPr/>
        </p:nvSpPr>
        <p:spPr>
          <a:xfrm xmlns:a="http://schemas.openxmlformats.org/drawingml/2006/main">
            <a:off x="4514850" y="2667000"/>
            <a:ext cx="9525" cy="9525"/>
          </a:xfrm>
          <a:prstGeom xmlns:a="http://schemas.openxmlformats.org/drawingml/2006/main" prst="rect">
            <a:avLst/>
          </a:prstGeom>
          <a:ln xmlns:a="http://schemas.openxmlformats.org/drawingml/2006/main" w="0">
            <a:prstDash val="solid"/>
          </a:ln>
        </p:spPr>
      </p:sp>
      <p:sp>
        <p:nvSpPr>
          <p:cNvPr id="236" name="">
            <a:extLst xmlns:a="http://schemas.openxmlformats.org/drawingml/2006/main">
              <a:ext uri="{FF2B5EF4-FFF2-40B4-BE49-F238E27FC236}">
                <a16:creationId xmlns:a16="http://schemas.microsoft.com/office/drawing/2014/main" id="{FE01ABF4-C19D-4420-A57F-4F2AAAA3C62B}"/>
              </a:ext>
            </a:extLst>
          </p:cNvPr>
          <p:cNvSpPr>
            <a:spLocks xmlns:a="http://schemas.openxmlformats.org/drawingml/2006/main" noGrp="1"/>
          </p:cNvSpPr>
          <p:nvPr/>
        </p:nvSpPr>
        <p:spPr>
          <a:xfrm xmlns:a="http://schemas.openxmlformats.org/drawingml/2006/main">
            <a:off x="5295900" y="3581400"/>
            <a:ext cx="9525" cy="9525"/>
          </a:xfrm>
          <a:prstGeom xmlns:a="http://schemas.openxmlformats.org/drawingml/2006/main" prst="rect">
            <a:avLst/>
          </a:prstGeom>
          <a:ln xmlns:a="http://schemas.openxmlformats.org/drawingml/2006/main" w="0">
            <a:prstDash val="solid"/>
          </a:ln>
        </p:spPr>
      </p:sp>
      <p:cxnSp>
        <p:nvCxnSpPr>
          <p:cNvPr id="700" name=""/>
          <p:cNvCxnSpPr>
            <a:stCxn xmlns:a="http://schemas.openxmlformats.org/drawingml/2006/main" id="235" idx="2"/>
            <a:endCxn xmlns:a="http://schemas.openxmlformats.org/drawingml/2006/main" id="236" idx="0"/>
          </p:cNvCxnSpPr>
          <p:nvPr/>
        </p:nvCxnSpPr>
        <p:spPr>
          <a:xfrm xmlns:a="http://schemas.openxmlformats.org/drawingml/2006/main">
            <a:off x="4519613" y="2676525"/>
            <a:ext cx="781050" cy="904875"/>
          </a:xfrm>
          <a:prstGeom xmlns:a="http://schemas.openxmlformats.org/drawingml/2006/main" prst="straightConnector1">
            <a:avLst/>
          </a:prstGeom>
          <a:ln xmlns:a="http://schemas.openxmlformats.org/drawingml/2006/main" w="11430">
            <a:solidFill>
              <a:srgbClr val="91ABB8"/>
            </a:solidFill>
            <a:prstDash val="solid"/>
          </a:ln>
        </p:spPr>
      </p:cxnSp>
      <p:sp>
        <p:nvSpPr>
          <p:cNvPr id="238" name="">
            <a:extLst xmlns:a="http://schemas.openxmlformats.org/drawingml/2006/main">
              <a:ext uri="{FF2B5EF4-FFF2-40B4-BE49-F238E27FC236}">
                <a16:creationId xmlns:a16="http://schemas.microsoft.com/office/drawing/2014/main" id="{1CF64DD0-3EA6-4D4C-B9D3-A72059512F0C}"/>
              </a:ext>
            </a:extLst>
          </p:cNvPr>
          <p:cNvSpPr>
            <a:spLocks xmlns:a="http://schemas.openxmlformats.org/drawingml/2006/main" noGrp="1"/>
          </p:cNvSpPr>
          <p:nvPr/>
        </p:nvSpPr>
        <p:spPr>
          <a:xfrm xmlns:a="http://schemas.openxmlformats.org/drawingml/2006/main">
            <a:off x="4514850" y="2667000"/>
            <a:ext cx="9525" cy="9525"/>
          </a:xfrm>
          <a:prstGeom xmlns:a="http://schemas.openxmlformats.org/drawingml/2006/main" prst="rect">
            <a:avLst/>
          </a:prstGeom>
          <a:ln xmlns:a="http://schemas.openxmlformats.org/drawingml/2006/main" w="0">
            <a:prstDash val="solid"/>
          </a:ln>
        </p:spPr>
      </p:sp>
      <p:sp>
        <p:nvSpPr>
          <p:cNvPr id="239" name="">
            <a:extLst xmlns:a="http://schemas.openxmlformats.org/drawingml/2006/main">
              <a:ext uri="{FF2B5EF4-FFF2-40B4-BE49-F238E27FC236}">
                <a16:creationId xmlns:a16="http://schemas.microsoft.com/office/drawing/2014/main" id="{BD2E9C6D-2F79-44D2-B695-B13429E58FA5}"/>
              </a:ext>
            </a:extLst>
          </p:cNvPr>
          <p:cNvSpPr>
            <a:spLocks xmlns:a="http://schemas.openxmlformats.org/drawingml/2006/main" noGrp="1"/>
          </p:cNvSpPr>
          <p:nvPr/>
        </p:nvSpPr>
        <p:spPr>
          <a:xfrm xmlns:a="http://schemas.openxmlformats.org/drawingml/2006/main">
            <a:off x="5295900" y="3981450"/>
            <a:ext cx="9525" cy="9525"/>
          </a:xfrm>
          <a:prstGeom xmlns:a="http://schemas.openxmlformats.org/drawingml/2006/main" prst="rect">
            <a:avLst/>
          </a:prstGeom>
          <a:ln xmlns:a="http://schemas.openxmlformats.org/drawingml/2006/main" w="0">
            <a:prstDash val="solid"/>
          </a:ln>
        </p:spPr>
      </p:sp>
      <p:cxnSp>
        <p:nvCxnSpPr>
          <p:cNvPr id="703" name=""/>
          <p:cNvCxnSpPr>
            <a:stCxn xmlns:a="http://schemas.openxmlformats.org/drawingml/2006/main" id="238" idx="2"/>
            <a:endCxn xmlns:a="http://schemas.openxmlformats.org/drawingml/2006/main" id="239" idx="0"/>
          </p:cNvCxnSpPr>
          <p:nvPr/>
        </p:nvCxnSpPr>
        <p:spPr>
          <a:xfrm xmlns:a="http://schemas.openxmlformats.org/drawingml/2006/main">
            <a:off x="4519613" y="2676525"/>
            <a:ext cx="781050" cy="1304925"/>
          </a:xfrm>
          <a:prstGeom xmlns:a="http://schemas.openxmlformats.org/drawingml/2006/main" prst="straightConnector1">
            <a:avLst/>
          </a:prstGeom>
          <a:ln xmlns:a="http://schemas.openxmlformats.org/drawingml/2006/main" w="11430">
            <a:solidFill>
              <a:srgbClr val="91ABB8"/>
            </a:solidFill>
            <a:prstDash val="solid"/>
          </a:ln>
        </p:spPr>
      </p:cxnSp>
      <p:sp>
        <p:nvSpPr>
          <p:cNvPr id="241" name="">
            <a:extLst xmlns:a="http://schemas.openxmlformats.org/drawingml/2006/main">
              <a:ext uri="{FF2B5EF4-FFF2-40B4-BE49-F238E27FC236}">
                <a16:creationId xmlns:a16="http://schemas.microsoft.com/office/drawing/2014/main" id="{8D6C2D0F-4C37-4CB3-94E8-B903AA2AEDFB}"/>
              </a:ext>
            </a:extLst>
          </p:cNvPr>
          <p:cNvSpPr>
            <a:spLocks xmlns:a="http://schemas.openxmlformats.org/drawingml/2006/main" noGrp="1"/>
          </p:cNvSpPr>
          <p:nvPr/>
        </p:nvSpPr>
        <p:spPr>
          <a:xfrm xmlns:a="http://schemas.openxmlformats.org/drawingml/2006/main">
            <a:off x="4514850" y="2667000"/>
            <a:ext cx="9525" cy="9525"/>
          </a:xfrm>
          <a:prstGeom xmlns:a="http://schemas.openxmlformats.org/drawingml/2006/main" prst="rect">
            <a:avLst/>
          </a:prstGeom>
          <a:ln xmlns:a="http://schemas.openxmlformats.org/drawingml/2006/main" w="0">
            <a:prstDash val="solid"/>
          </a:ln>
        </p:spPr>
      </p:sp>
      <p:sp>
        <p:nvSpPr>
          <p:cNvPr id="242" name="">
            <a:extLst xmlns:a="http://schemas.openxmlformats.org/drawingml/2006/main">
              <a:ext uri="{FF2B5EF4-FFF2-40B4-BE49-F238E27FC236}">
                <a16:creationId xmlns:a16="http://schemas.microsoft.com/office/drawing/2014/main" id="{60D35C1C-1358-4552-8FC3-A6FF87578F7C}"/>
              </a:ext>
            </a:extLst>
          </p:cNvPr>
          <p:cNvSpPr>
            <a:spLocks xmlns:a="http://schemas.openxmlformats.org/drawingml/2006/main" noGrp="1"/>
          </p:cNvSpPr>
          <p:nvPr/>
        </p:nvSpPr>
        <p:spPr>
          <a:xfrm xmlns:a="http://schemas.openxmlformats.org/drawingml/2006/main">
            <a:off x="5295900" y="4381500"/>
            <a:ext cx="9525" cy="9525"/>
          </a:xfrm>
          <a:prstGeom xmlns:a="http://schemas.openxmlformats.org/drawingml/2006/main" prst="rect">
            <a:avLst/>
          </a:prstGeom>
          <a:ln xmlns:a="http://schemas.openxmlformats.org/drawingml/2006/main" w="0">
            <a:prstDash val="solid"/>
          </a:ln>
        </p:spPr>
      </p:sp>
      <p:cxnSp>
        <p:nvCxnSpPr>
          <p:cNvPr id="706" name=""/>
          <p:cNvCxnSpPr>
            <a:stCxn xmlns:a="http://schemas.openxmlformats.org/drawingml/2006/main" id="241" idx="2"/>
            <a:endCxn xmlns:a="http://schemas.openxmlformats.org/drawingml/2006/main" id="242" idx="0"/>
          </p:cNvCxnSpPr>
          <p:nvPr/>
        </p:nvCxnSpPr>
        <p:spPr>
          <a:xfrm xmlns:a="http://schemas.openxmlformats.org/drawingml/2006/main">
            <a:off x="4519613" y="2676525"/>
            <a:ext cx="781050" cy="1704975"/>
          </a:xfrm>
          <a:prstGeom xmlns:a="http://schemas.openxmlformats.org/drawingml/2006/main" prst="straightConnector1">
            <a:avLst/>
          </a:prstGeom>
          <a:ln xmlns:a="http://schemas.openxmlformats.org/drawingml/2006/main" w="11430">
            <a:solidFill>
              <a:srgbClr val="91ABB8"/>
            </a:solidFill>
            <a:prstDash val="solid"/>
          </a:ln>
        </p:spPr>
      </p:cxnSp>
      <p:sp>
        <p:nvSpPr>
          <p:cNvPr id="244" name="">
            <a:extLst xmlns:a="http://schemas.openxmlformats.org/drawingml/2006/main">
              <a:ext uri="{FF2B5EF4-FFF2-40B4-BE49-F238E27FC236}">
                <a16:creationId xmlns:a16="http://schemas.microsoft.com/office/drawing/2014/main" id="{A4095A49-5390-488D-AFE3-A22B993D540A}"/>
              </a:ext>
            </a:extLst>
          </p:cNvPr>
          <p:cNvSpPr>
            <a:spLocks xmlns:a="http://schemas.openxmlformats.org/drawingml/2006/main" noGrp="1"/>
          </p:cNvSpPr>
          <p:nvPr/>
        </p:nvSpPr>
        <p:spPr>
          <a:xfrm xmlns:a="http://schemas.openxmlformats.org/drawingml/2006/main">
            <a:off x="4514850" y="2952750"/>
            <a:ext cx="9525" cy="9525"/>
          </a:xfrm>
          <a:prstGeom xmlns:a="http://schemas.openxmlformats.org/drawingml/2006/main" prst="rect">
            <a:avLst/>
          </a:prstGeom>
          <a:ln xmlns:a="http://schemas.openxmlformats.org/drawingml/2006/main" w="0">
            <a:prstDash val="solid"/>
          </a:ln>
        </p:spPr>
      </p:sp>
      <p:sp>
        <p:nvSpPr>
          <p:cNvPr id="245" name="">
            <a:extLst xmlns:a="http://schemas.openxmlformats.org/drawingml/2006/main">
              <a:ext uri="{FF2B5EF4-FFF2-40B4-BE49-F238E27FC236}">
                <a16:creationId xmlns:a16="http://schemas.microsoft.com/office/drawing/2014/main" id="{CC7C901F-A544-4E73-806D-53EB14ACCC53}"/>
              </a:ext>
            </a:extLst>
          </p:cNvPr>
          <p:cNvSpPr>
            <a:spLocks xmlns:a="http://schemas.openxmlformats.org/drawingml/2006/main" noGrp="1"/>
          </p:cNvSpPr>
          <p:nvPr/>
        </p:nvSpPr>
        <p:spPr>
          <a:xfrm xmlns:a="http://schemas.openxmlformats.org/drawingml/2006/main">
            <a:off x="5295900" y="2381250"/>
            <a:ext cx="9525" cy="9525"/>
          </a:xfrm>
          <a:prstGeom xmlns:a="http://schemas.openxmlformats.org/drawingml/2006/main" prst="rect">
            <a:avLst/>
          </a:prstGeom>
          <a:ln xmlns:a="http://schemas.openxmlformats.org/drawingml/2006/main" w="0">
            <a:prstDash val="solid"/>
          </a:ln>
        </p:spPr>
      </p:sp>
      <p:cxnSp>
        <p:nvCxnSpPr>
          <p:cNvPr id="709" name=""/>
          <p:cNvCxnSpPr>
            <a:stCxn xmlns:a="http://schemas.openxmlformats.org/drawingml/2006/main" id="244" idx="3"/>
            <a:endCxn xmlns:a="http://schemas.openxmlformats.org/drawingml/2006/main" id="245" idx="1"/>
          </p:cNvCxnSpPr>
          <p:nvPr/>
        </p:nvCxnSpPr>
        <p:spPr>
          <a:xfrm xmlns:a="http://schemas.openxmlformats.org/drawingml/2006/main" flipV="1">
            <a:off x="4524375" y="2386013"/>
            <a:ext cx="771525" cy="571500"/>
          </a:xfrm>
          <a:prstGeom xmlns:a="http://schemas.openxmlformats.org/drawingml/2006/main" prst="straightConnector1">
            <a:avLst/>
          </a:prstGeom>
          <a:ln xmlns:a="http://schemas.openxmlformats.org/drawingml/2006/main" w="11430">
            <a:solidFill>
              <a:srgbClr val="91ABB8"/>
            </a:solidFill>
            <a:prstDash val="solid"/>
          </a:ln>
        </p:spPr>
      </p:cxnSp>
      <p:sp>
        <p:nvSpPr>
          <p:cNvPr id="247" name="">
            <a:extLst xmlns:a="http://schemas.openxmlformats.org/drawingml/2006/main">
              <a:ext uri="{FF2B5EF4-FFF2-40B4-BE49-F238E27FC236}">
                <a16:creationId xmlns:a16="http://schemas.microsoft.com/office/drawing/2014/main" id="{B65B78BC-9BE4-4DBE-BEDC-AC7E97FAD736}"/>
              </a:ext>
            </a:extLst>
          </p:cNvPr>
          <p:cNvSpPr>
            <a:spLocks xmlns:a="http://schemas.openxmlformats.org/drawingml/2006/main" noGrp="1"/>
          </p:cNvSpPr>
          <p:nvPr/>
        </p:nvSpPr>
        <p:spPr>
          <a:xfrm xmlns:a="http://schemas.openxmlformats.org/drawingml/2006/main">
            <a:off x="4514850" y="2952750"/>
            <a:ext cx="9525" cy="9525"/>
          </a:xfrm>
          <a:prstGeom xmlns:a="http://schemas.openxmlformats.org/drawingml/2006/main" prst="rect">
            <a:avLst/>
          </a:prstGeom>
          <a:ln xmlns:a="http://schemas.openxmlformats.org/drawingml/2006/main" w="0">
            <a:prstDash val="solid"/>
          </a:ln>
        </p:spPr>
      </p:sp>
      <p:sp>
        <p:nvSpPr>
          <p:cNvPr id="248" name="">
            <a:extLst xmlns:a="http://schemas.openxmlformats.org/drawingml/2006/main">
              <a:ext uri="{FF2B5EF4-FFF2-40B4-BE49-F238E27FC236}">
                <a16:creationId xmlns:a16="http://schemas.microsoft.com/office/drawing/2014/main" id="{EBD30CC2-8604-4ED3-A34D-A40BDBA2DAD4}"/>
              </a:ext>
            </a:extLst>
          </p:cNvPr>
          <p:cNvSpPr>
            <a:spLocks xmlns:a="http://schemas.openxmlformats.org/drawingml/2006/main" noGrp="1"/>
          </p:cNvSpPr>
          <p:nvPr/>
        </p:nvSpPr>
        <p:spPr>
          <a:xfrm xmlns:a="http://schemas.openxmlformats.org/drawingml/2006/main">
            <a:off x="5295900" y="2781300"/>
            <a:ext cx="9525" cy="9525"/>
          </a:xfrm>
          <a:prstGeom xmlns:a="http://schemas.openxmlformats.org/drawingml/2006/main" prst="rect">
            <a:avLst/>
          </a:prstGeom>
          <a:ln xmlns:a="http://schemas.openxmlformats.org/drawingml/2006/main" w="0">
            <a:prstDash val="solid"/>
          </a:ln>
        </p:spPr>
      </p:sp>
      <p:cxnSp>
        <p:nvCxnSpPr>
          <p:cNvPr id="712" name=""/>
          <p:cNvCxnSpPr>
            <a:stCxn xmlns:a="http://schemas.openxmlformats.org/drawingml/2006/main" id="247" idx="3"/>
            <a:endCxn xmlns:a="http://schemas.openxmlformats.org/drawingml/2006/main" id="248" idx="1"/>
          </p:cNvCxnSpPr>
          <p:nvPr/>
        </p:nvCxnSpPr>
        <p:spPr>
          <a:xfrm xmlns:a="http://schemas.openxmlformats.org/drawingml/2006/main" flipV="1">
            <a:off x="4524375" y="2786063"/>
            <a:ext cx="771525" cy="171450"/>
          </a:xfrm>
          <a:prstGeom xmlns:a="http://schemas.openxmlformats.org/drawingml/2006/main" prst="straightConnector1">
            <a:avLst/>
          </a:prstGeom>
          <a:ln xmlns:a="http://schemas.openxmlformats.org/drawingml/2006/main" w="11430">
            <a:solidFill>
              <a:srgbClr val="91ABB8"/>
            </a:solidFill>
            <a:prstDash val="solid"/>
          </a:ln>
        </p:spPr>
      </p:cxnSp>
      <p:sp>
        <p:nvSpPr>
          <p:cNvPr id="250" name="">
            <a:extLst xmlns:a="http://schemas.openxmlformats.org/drawingml/2006/main">
              <a:ext uri="{FF2B5EF4-FFF2-40B4-BE49-F238E27FC236}">
                <a16:creationId xmlns:a16="http://schemas.microsoft.com/office/drawing/2014/main" id="{E4B22761-A98A-4270-A712-ED546222A540}"/>
              </a:ext>
            </a:extLst>
          </p:cNvPr>
          <p:cNvSpPr>
            <a:spLocks xmlns:a="http://schemas.openxmlformats.org/drawingml/2006/main" noGrp="1"/>
          </p:cNvSpPr>
          <p:nvPr/>
        </p:nvSpPr>
        <p:spPr>
          <a:xfrm xmlns:a="http://schemas.openxmlformats.org/drawingml/2006/main">
            <a:off x="4514850" y="2952750"/>
            <a:ext cx="9525" cy="9525"/>
          </a:xfrm>
          <a:prstGeom xmlns:a="http://schemas.openxmlformats.org/drawingml/2006/main" prst="rect">
            <a:avLst/>
          </a:prstGeom>
          <a:ln xmlns:a="http://schemas.openxmlformats.org/drawingml/2006/main" w="0">
            <a:prstDash val="solid"/>
          </a:ln>
        </p:spPr>
      </p:sp>
      <p:sp>
        <p:nvSpPr>
          <p:cNvPr id="251" name="">
            <a:extLst xmlns:a="http://schemas.openxmlformats.org/drawingml/2006/main">
              <a:ext uri="{FF2B5EF4-FFF2-40B4-BE49-F238E27FC236}">
                <a16:creationId xmlns:a16="http://schemas.microsoft.com/office/drawing/2014/main" id="{7F1B3CD3-1C92-4D4B-9C54-AEA6F37F2D23}"/>
              </a:ext>
            </a:extLst>
          </p:cNvPr>
          <p:cNvSpPr>
            <a:spLocks xmlns:a="http://schemas.openxmlformats.org/drawingml/2006/main" noGrp="1"/>
          </p:cNvSpPr>
          <p:nvPr/>
        </p:nvSpPr>
        <p:spPr>
          <a:xfrm xmlns:a="http://schemas.openxmlformats.org/drawingml/2006/main">
            <a:off x="5295900" y="3181350"/>
            <a:ext cx="9525" cy="9525"/>
          </a:xfrm>
          <a:prstGeom xmlns:a="http://schemas.openxmlformats.org/drawingml/2006/main" prst="rect">
            <a:avLst/>
          </a:prstGeom>
          <a:ln xmlns:a="http://schemas.openxmlformats.org/drawingml/2006/main" w="0">
            <a:prstDash val="solid"/>
          </a:ln>
        </p:spPr>
      </p:sp>
      <p:cxnSp>
        <p:nvCxnSpPr>
          <p:cNvPr id="715" name=""/>
          <p:cNvCxnSpPr>
            <a:stCxn xmlns:a="http://schemas.openxmlformats.org/drawingml/2006/main" id="250" idx="3"/>
            <a:endCxn xmlns:a="http://schemas.openxmlformats.org/drawingml/2006/main" id="251" idx="1"/>
          </p:cNvCxnSpPr>
          <p:nvPr/>
        </p:nvCxnSpPr>
        <p:spPr>
          <a:xfrm xmlns:a="http://schemas.openxmlformats.org/drawingml/2006/main">
            <a:off x="4524375" y="2957513"/>
            <a:ext cx="771525" cy="228600"/>
          </a:xfrm>
          <a:prstGeom xmlns:a="http://schemas.openxmlformats.org/drawingml/2006/main" prst="straightConnector1">
            <a:avLst/>
          </a:prstGeom>
          <a:ln xmlns:a="http://schemas.openxmlformats.org/drawingml/2006/main" w="11430">
            <a:solidFill>
              <a:srgbClr val="91ABB8"/>
            </a:solidFill>
            <a:prstDash val="solid"/>
          </a:ln>
        </p:spPr>
      </p:cxnSp>
      <p:sp>
        <p:nvSpPr>
          <p:cNvPr id="253" name="">
            <a:extLst xmlns:a="http://schemas.openxmlformats.org/drawingml/2006/main">
              <a:ext uri="{FF2B5EF4-FFF2-40B4-BE49-F238E27FC236}">
                <a16:creationId xmlns:a16="http://schemas.microsoft.com/office/drawing/2014/main" id="{BD900340-4386-42F2-ABA2-48F0A2982852}"/>
              </a:ext>
            </a:extLst>
          </p:cNvPr>
          <p:cNvSpPr>
            <a:spLocks xmlns:a="http://schemas.openxmlformats.org/drawingml/2006/main" noGrp="1"/>
          </p:cNvSpPr>
          <p:nvPr/>
        </p:nvSpPr>
        <p:spPr>
          <a:xfrm xmlns:a="http://schemas.openxmlformats.org/drawingml/2006/main">
            <a:off x="4514850" y="2952750"/>
            <a:ext cx="9525" cy="9525"/>
          </a:xfrm>
          <a:prstGeom xmlns:a="http://schemas.openxmlformats.org/drawingml/2006/main" prst="rect">
            <a:avLst/>
          </a:prstGeom>
          <a:ln xmlns:a="http://schemas.openxmlformats.org/drawingml/2006/main" w="0">
            <a:prstDash val="solid"/>
          </a:ln>
        </p:spPr>
      </p:sp>
      <p:sp>
        <p:nvSpPr>
          <p:cNvPr id="254" name="">
            <a:extLst xmlns:a="http://schemas.openxmlformats.org/drawingml/2006/main">
              <a:ext uri="{FF2B5EF4-FFF2-40B4-BE49-F238E27FC236}">
                <a16:creationId xmlns:a16="http://schemas.microsoft.com/office/drawing/2014/main" id="{8F687457-E7C9-4C7B-8CE2-98ABE1EC9CFD}"/>
              </a:ext>
            </a:extLst>
          </p:cNvPr>
          <p:cNvSpPr>
            <a:spLocks xmlns:a="http://schemas.openxmlformats.org/drawingml/2006/main" noGrp="1"/>
          </p:cNvSpPr>
          <p:nvPr/>
        </p:nvSpPr>
        <p:spPr>
          <a:xfrm xmlns:a="http://schemas.openxmlformats.org/drawingml/2006/main">
            <a:off x="5295900" y="3581400"/>
            <a:ext cx="9525" cy="9525"/>
          </a:xfrm>
          <a:prstGeom xmlns:a="http://schemas.openxmlformats.org/drawingml/2006/main" prst="rect">
            <a:avLst/>
          </a:prstGeom>
          <a:ln xmlns:a="http://schemas.openxmlformats.org/drawingml/2006/main" w="0">
            <a:prstDash val="solid"/>
          </a:ln>
        </p:spPr>
      </p:sp>
      <p:cxnSp>
        <p:nvCxnSpPr>
          <p:cNvPr id="718" name=""/>
          <p:cNvCxnSpPr>
            <a:stCxn xmlns:a="http://schemas.openxmlformats.org/drawingml/2006/main" id="253" idx="3"/>
            <a:endCxn xmlns:a="http://schemas.openxmlformats.org/drawingml/2006/main" id="254" idx="1"/>
          </p:cNvCxnSpPr>
          <p:nvPr/>
        </p:nvCxnSpPr>
        <p:spPr>
          <a:xfrm xmlns:a="http://schemas.openxmlformats.org/drawingml/2006/main">
            <a:off x="4524375" y="2957513"/>
            <a:ext cx="771525" cy="628650"/>
          </a:xfrm>
          <a:prstGeom xmlns:a="http://schemas.openxmlformats.org/drawingml/2006/main" prst="straightConnector1">
            <a:avLst/>
          </a:prstGeom>
          <a:ln xmlns:a="http://schemas.openxmlformats.org/drawingml/2006/main" w="11430">
            <a:solidFill>
              <a:srgbClr val="91ABB8"/>
            </a:solidFill>
            <a:prstDash val="solid"/>
          </a:ln>
        </p:spPr>
      </p:cxnSp>
      <p:sp>
        <p:nvSpPr>
          <p:cNvPr id="256" name="">
            <a:extLst xmlns:a="http://schemas.openxmlformats.org/drawingml/2006/main">
              <a:ext uri="{FF2B5EF4-FFF2-40B4-BE49-F238E27FC236}">
                <a16:creationId xmlns:a16="http://schemas.microsoft.com/office/drawing/2014/main" id="{68CBB612-8BC3-4BE1-B93A-8042C0E9B16D}"/>
              </a:ext>
            </a:extLst>
          </p:cNvPr>
          <p:cNvSpPr>
            <a:spLocks xmlns:a="http://schemas.openxmlformats.org/drawingml/2006/main" noGrp="1"/>
          </p:cNvSpPr>
          <p:nvPr/>
        </p:nvSpPr>
        <p:spPr>
          <a:xfrm xmlns:a="http://schemas.openxmlformats.org/drawingml/2006/main">
            <a:off x="4514850" y="2952750"/>
            <a:ext cx="9525" cy="9525"/>
          </a:xfrm>
          <a:prstGeom xmlns:a="http://schemas.openxmlformats.org/drawingml/2006/main" prst="rect">
            <a:avLst/>
          </a:prstGeom>
          <a:ln xmlns:a="http://schemas.openxmlformats.org/drawingml/2006/main" w="0">
            <a:prstDash val="solid"/>
          </a:ln>
        </p:spPr>
      </p:sp>
      <p:sp>
        <p:nvSpPr>
          <p:cNvPr id="257" name="">
            <a:extLst xmlns:a="http://schemas.openxmlformats.org/drawingml/2006/main">
              <a:ext uri="{FF2B5EF4-FFF2-40B4-BE49-F238E27FC236}">
                <a16:creationId xmlns:a16="http://schemas.microsoft.com/office/drawing/2014/main" id="{605706CC-499F-426B-9CE7-B2E81BCD13BA}"/>
              </a:ext>
            </a:extLst>
          </p:cNvPr>
          <p:cNvSpPr>
            <a:spLocks xmlns:a="http://schemas.openxmlformats.org/drawingml/2006/main" noGrp="1"/>
          </p:cNvSpPr>
          <p:nvPr/>
        </p:nvSpPr>
        <p:spPr>
          <a:xfrm xmlns:a="http://schemas.openxmlformats.org/drawingml/2006/main">
            <a:off x="5295900" y="3981450"/>
            <a:ext cx="9525" cy="9525"/>
          </a:xfrm>
          <a:prstGeom xmlns:a="http://schemas.openxmlformats.org/drawingml/2006/main" prst="rect">
            <a:avLst/>
          </a:prstGeom>
          <a:ln xmlns:a="http://schemas.openxmlformats.org/drawingml/2006/main" w="0">
            <a:prstDash val="solid"/>
          </a:ln>
        </p:spPr>
      </p:sp>
      <p:cxnSp>
        <p:nvCxnSpPr>
          <p:cNvPr id="721" name=""/>
          <p:cNvCxnSpPr>
            <a:stCxn xmlns:a="http://schemas.openxmlformats.org/drawingml/2006/main" id="256" idx="2"/>
            <a:endCxn xmlns:a="http://schemas.openxmlformats.org/drawingml/2006/main" id="257" idx="0"/>
          </p:cNvCxnSpPr>
          <p:nvPr/>
        </p:nvCxnSpPr>
        <p:spPr>
          <a:xfrm xmlns:a="http://schemas.openxmlformats.org/drawingml/2006/main">
            <a:off x="4519613" y="2962275"/>
            <a:ext cx="781050" cy="1019175"/>
          </a:xfrm>
          <a:prstGeom xmlns:a="http://schemas.openxmlformats.org/drawingml/2006/main" prst="straightConnector1">
            <a:avLst/>
          </a:prstGeom>
          <a:ln xmlns:a="http://schemas.openxmlformats.org/drawingml/2006/main" w="11430">
            <a:solidFill>
              <a:srgbClr val="91ABB8"/>
            </a:solidFill>
            <a:prstDash val="solid"/>
          </a:ln>
        </p:spPr>
      </p:cxnSp>
      <p:sp>
        <p:nvSpPr>
          <p:cNvPr id="259" name="">
            <a:extLst xmlns:a="http://schemas.openxmlformats.org/drawingml/2006/main">
              <a:ext uri="{FF2B5EF4-FFF2-40B4-BE49-F238E27FC236}">
                <a16:creationId xmlns:a16="http://schemas.microsoft.com/office/drawing/2014/main" id="{46006D36-0DF3-4DD4-8A88-DCD3955EFBD6}"/>
              </a:ext>
            </a:extLst>
          </p:cNvPr>
          <p:cNvSpPr>
            <a:spLocks xmlns:a="http://schemas.openxmlformats.org/drawingml/2006/main" noGrp="1"/>
          </p:cNvSpPr>
          <p:nvPr/>
        </p:nvSpPr>
        <p:spPr>
          <a:xfrm xmlns:a="http://schemas.openxmlformats.org/drawingml/2006/main">
            <a:off x="4514850" y="2952750"/>
            <a:ext cx="9525" cy="9525"/>
          </a:xfrm>
          <a:prstGeom xmlns:a="http://schemas.openxmlformats.org/drawingml/2006/main" prst="rect">
            <a:avLst/>
          </a:prstGeom>
          <a:ln xmlns:a="http://schemas.openxmlformats.org/drawingml/2006/main" w="0">
            <a:prstDash val="solid"/>
          </a:ln>
        </p:spPr>
      </p:sp>
      <p:sp>
        <p:nvSpPr>
          <p:cNvPr id="260" name="">
            <a:extLst xmlns:a="http://schemas.openxmlformats.org/drawingml/2006/main">
              <a:ext uri="{FF2B5EF4-FFF2-40B4-BE49-F238E27FC236}">
                <a16:creationId xmlns:a16="http://schemas.microsoft.com/office/drawing/2014/main" id="{F754244D-7933-4211-85C2-659FC2B69381}"/>
              </a:ext>
            </a:extLst>
          </p:cNvPr>
          <p:cNvSpPr>
            <a:spLocks xmlns:a="http://schemas.openxmlformats.org/drawingml/2006/main" noGrp="1"/>
          </p:cNvSpPr>
          <p:nvPr/>
        </p:nvSpPr>
        <p:spPr>
          <a:xfrm xmlns:a="http://schemas.openxmlformats.org/drawingml/2006/main">
            <a:off x="5295900" y="4381500"/>
            <a:ext cx="9525" cy="9525"/>
          </a:xfrm>
          <a:prstGeom xmlns:a="http://schemas.openxmlformats.org/drawingml/2006/main" prst="rect">
            <a:avLst/>
          </a:prstGeom>
          <a:ln xmlns:a="http://schemas.openxmlformats.org/drawingml/2006/main" w="0">
            <a:prstDash val="solid"/>
          </a:ln>
        </p:spPr>
      </p:sp>
      <p:cxnSp>
        <p:nvCxnSpPr>
          <p:cNvPr id="724" name=""/>
          <p:cNvCxnSpPr>
            <a:stCxn xmlns:a="http://schemas.openxmlformats.org/drawingml/2006/main" id="259" idx="2"/>
            <a:endCxn xmlns:a="http://schemas.openxmlformats.org/drawingml/2006/main" id="260" idx="0"/>
          </p:cNvCxnSpPr>
          <p:nvPr/>
        </p:nvCxnSpPr>
        <p:spPr>
          <a:xfrm xmlns:a="http://schemas.openxmlformats.org/drawingml/2006/main">
            <a:off x="4519613" y="2962275"/>
            <a:ext cx="781050" cy="1419225"/>
          </a:xfrm>
          <a:prstGeom xmlns:a="http://schemas.openxmlformats.org/drawingml/2006/main" prst="straightConnector1">
            <a:avLst/>
          </a:prstGeom>
          <a:ln xmlns:a="http://schemas.openxmlformats.org/drawingml/2006/main" w="11430">
            <a:solidFill>
              <a:srgbClr val="91ABB8"/>
            </a:solidFill>
            <a:prstDash val="solid"/>
          </a:ln>
        </p:spPr>
      </p:cxnSp>
      <p:sp>
        <p:nvSpPr>
          <p:cNvPr id="262" name="">
            <a:extLst xmlns:a="http://schemas.openxmlformats.org/drawingml/2006/main">
              <a:ext uri="{FF2B5EF4-FFF2-40B4-BE49-F238E27FC236}">
                <a16:creationId xmlns:a16="http://schemas.microsoft.com/office/drawing/2014/main" id="{7333AD2F-F651-4238-91EF-BF9A056016A2}"/>
              </a:ext>
            </a:extLst>
          </p:cNvPr>
          <p:cNvSpPr>
            <a:spLocks xmlns:a="http://schemas.openxmlformats.org/drawingml/2006/main" noGrp="1"/>
          </p:cNvSpPr>
          <p:nvPr/>
        </p:nvSpPr>
        <p:spPr>
          <a:xfrm xmlns:a="http://schemas.openxmlformats.org/drawingml/2006/main">
            <a:off x="4514850" y="3238500"/>
            <a:ext cx="9525" cy="9525"/>
          </a:xfrm>
          <a:prstGeom xmlns:a="http://schemas.openxmlformats.org/drawingml/2006/main" prst="rect">
            <a:avLst/>
          </a:prstGeom>
          <a:ln xmlns:a="http://schemas.openxmlformats.org/drawingml/2006/main" w="0">
            <a:prstDash val="solid"/>
          </a:ln>
        </p:spPr>
      </p:sp>
      <p:sp>
        <p:nvSpPr>
          <p:cNvPr id="263" name="">
            <a:extLst xmlns:a="http://schemas.openxmlformats.org/drawingml/2006/main">
              <a:ext uri="{FF2B5EF4-FFF2-40B4-BE49-F238E27FC236}">
                <a16:creationId xmlns:a16="http://schemas.microsoft.com/office/drawing/2014/main" id="{129C4A99-3AA8-43E7-8CBC-4C7F88FC2F9A}"/>
              </a:ext>
            </a:extLst>
          </p:cNvPr>
          <p:cNvSpPr>
            <a:spLocks xmlns:a="http://schemas.openxmlformats.org/drawingml/2006/main" noGrp="1"/>
          </p:cNvSpPr>
          <p:nvPr/>
        </p:nvSpPr>
        <p:spPr>
          <a:xfrm xmlns:a="http://schemas.openxmlformats.org/drawingml/2006/main">
            <a:off x="5295900" y="2381250"/>
            <a:ext cx="9525" cy="9525"/>
          </a:xfrm>
          <a:prstGeom xmlns:a="http://schemas.openxmlformats.org/drawingml/2006/main" prst="rect">
            <a:avLst/>
          </a:prstGeom>
          <a:ln xmlns:a="http://schemas.openxmlformats.org/drawingml/2006/main" w="0">
            <a:prstDash val="solid"/>
          </a:ln>
        </p:spPr>
      </p:sp>
      <p:cxnSp>
        <p:nvCxnSpPr>
          <p:cNvPr id="727" name=""/>
          <p:cNvCxnSpPr>
            <a:stCxn xmlns:a="http://schemas.openxmlformats.org/drawingml/2006/main" id="262" idx="0"/>
            <a:endCxn xmlns:a="http://schemas.openxmlformats.org/drawingml/2006/main" id="263" idx="2"/>
          </p:cNvCxnSpPr>
          <p:nvPr/>
        </p:nvCxnSpPr>
        <p:spPr>
          <a:xfrm xmlns:a="http://schemas.openxmlformats.org/drawingml/2006/main" flipV="1">
            <a:off x="4519613" y="2390775"/>
            <a:ext cx="781050" cy="847725"/>
          </a:xfrm>
          <a:prstGeom xmlns:a="http://schemas.openxmlformats.org/drawingml/2006/main" prst="straightConnector1">
            <a:avLst/>
          </a:prstGeom>
          <a:ln xmlns:a="http://schemas.openxmlformats.org/drawingml/2006/main" w="11430">
            <a:solidFill>
              <a:srgbClr val="91ABB8"/>
            </a:solidFill>
            <a:prstDash val="solid"/>
          </a:ln>
        </p:spPr>
      </p:cxnSp>
      <p:sp>
        <p:nvSpPr>
          <p:cNvPr id="265" name="">
            <a:extLst xmlns:a="http://schemas.openxmlformats.org/drawingml/2006/main">
              <a:ext uri="{FF2B5EF4-FFF2-40B4-BE49-F238E27FC236}">
                <a16:creationId xmlns:a16="http://schemas.microsoft.com/office/drawing/2014/main" id="{DDC03074-FBD3-4969-BD19-4B519FE3F44C}"/>
              </a:ext>
            </a:extLst>
          </p:cNvPr>
          <p:cNvSpPr>
            <a:spLocks xmlns:a="http://schemas.openxmlformats.org/drawingml/2006/main" noGrp="1"/>
          </p:cNvSpPr>
          <p:nvPr/>
        </p:nvSpPr>
        <p:spPr>
          <a:xfrm xmlns:a="http://schemas.openxmlformats.org/drawingml/2006/main">
            <a:off x="4514850" y="3238500"/>
            <a:ext cx="9525" cy="9525"/>
          </a:xfrm>
          <a:prstGeom xmlns:a="http://schemas.openxmlformats.org/drawingml/2006/main" prst="rect">
            <a:avLst/>
          </a:prstGeom>
          <a:ln xmlns:a="http://schemas.openxmlformats.org/drawingml/2006/main" w="0">
            <a:prstDash val="solid"/>
          </a:ln>
        </p:spPr>
      </p:sp>
      <p:sp>
        <p:nvSpPr>
          <p:cNvPr id="266" name="">
            <a:extLst xmlns:a="http://schemas.openxmlformats.org/drawingml/2006/main">
              <a:ext uri="{FF2B5EF4-FFF2-40B4-BE49-F238E27FC236}">
                <a16:creationId xmlns:a16="http://schemas.microsoft.com/office/drawing/2014/main" id="{ECA393D1-02BE-4671-ADB4-52B0DF9D244C}"/>
              </a:ext>
            </a:extLst>
          </p:cNvPr>
          <p:cNvSpPr>
            <a:spLocks xmlns:a="http://schemas.openxmlformats.org/drawingml/2006/main" noGrp="1"/>
          </p:cNvSpPr>
          <p:nvPr/>
        </p:nvSpPr>
        <p:spPr>
          <a:xfrm xmlns:a="http://schemas.openxmlformats.org/drawingml/2006/main">
            <a:off x="5295900" y="2781300"/>
            <a:ext cx="9525" cy="9525"/>
          </a:xfrm>
          <a:prstGeom xmlns:a="http://schemas.openxmlformats.org/drawingml/2006/main" prst="rect">
            <a:avLst/>
          </a:prstGeom>
          <a:ln xmlns:a="http://schemas.openxmlformats.org/drawingml/2006/main" w="0">
            <a:prstDash val="solid"/>
          </a:ln>
        </p:spPr>
      </p:sp>
      <p:cxnSp>
        <p:nvCxnSpPr>
          <p:cNvPr id="730" name=""/>
          <p:cNvCxnSpPr>
            <a:stCxn xmlns:a="http://schemas.openxmlformats.org/drawingml/2006/main" id="265" idx="3"/>
            <a:endCxn xmlns:a="http://schemas.openxmlformats.org/drawingml/2006/main" id="266" idx="1"/>
          </p:cNvCxnSpPr>
          <p:nvPr/>
        </p:nvCxnSpPr>
        <p:spPr>
          <a:xfrm xmlns:a="http://schemas.openxmlformats.org/drawingml/2006/main" flipV="1">
            <a:off x="4524375" y="2786063"/>
            <a:ext cx="771525" cy="457200"/>
          </a:xfrm>
          <a:prstGeom xmlns:a="http://schemas.openxmlformats.org/drawingml/2006/main" prst="straightConnector1">
            <a:avLst/>
          </a:prstGeom>
          <a:ln xmlns:a="http://schemas.openxmlformats.org/drawingml/2006/main" w="11430">
            <a:solidFill>
              <a:srgbClr val="91ABB8"/>
            </a:solidFill>
            <a:prstDash val="solid"/>
          </a:ln>
        </p:spPr>
      </p:cxnSp>
      <p:sp>
        <p:nvSpPr>
          <p:cNvPr id="268" name="">
            <a:extLst xmlns:a="http://schemas.openxmlformats.org/drawingml/2006/main">
              <a:ext uri="{FF2B5EF4-FFF2-40B4-BE49-F238E27FC236}">
                <a16:creationId xmlns:a16="http://schemas.microsoft.com/office/drawing/2014/main" id="{22A7D43A-0659-4869-8A95-9C1D95A7953D}"/>
              </a:ext>
            </a:extLst>
          </p:cNvPr>
          <p:cNvSpPr>
            <a:spLocks xmlns:a="http://schemas.openxmlformats.org/drawingml/2006/main" noGrp="1"/>
          </p:cNvSpPr>
          <p:nvPr/>
        </p:nvSpPr>
        <p:spPr>
          <a:xfrm xmlns:a="http://schemas.openxmlformats.org/drawingml/2006/main">
            <a:off x="4514850" y="3238500"/>
            <a:ext cx="9525" cy="9525"/>
          </a:xfrm>
          <a:prstGeom xmlns:a="http://schemas.openxmlformats.org/drawingml/2006/main" prst="rect">
            <a:avLst/>
          </a:prstGeom>
          <a:ln xmlns:a="http://schemas.openxmlformats.org/drawingml/2006/main" w="0">
            <a:prstDash val="solid"/>
          </a:ln>
        </p:spPr>
      </p:sp>
      <p:sp>
        <p:nvSpPr>
          <p:cNvPr id="269" name="">
            <a:extLst xmlns:a="http://schemas.openxmlformats.org/drawingml/2006/main">
              <a:ext uri="{FF2B5EF4-FFF2-40B4-BE49-F238E27FC236}">
                <a16:creationId xmlns:a16="http://schemas.microsoft.com/office/drawing/2014/main" id="{A3163A40-4B4C-4332-B757-BAEA6EF1A14C}"/>
              </a:ext>
            </a:extLst>
          </p:cNvPr>
          <p:cNvSpPr>
            <a:spLocks xmlns:a="http://schemas.openxmlformats.org/drawingml/2006/main" noGrp="1"/>
          </p:cNvSpPr>
          <p:nvPr/>
        </p:nvSpPr>
        <p:spPr>
          <a:xfrm xmlns:a="http://schemas.openxmlformats.org/drawingml/2006/main">
            <a:off x="5295900" y="3181350"/>
            <a:ext cx="9525" cy="9525"/>
          </a:xfrm>
          <a:prstGeom xmlns:a="http://schemas.openxmlformats.org/drawingml/2006/main" prst="rect">
            <a:avLst/>
          </a:prstGeom>
          <a:ln xmlns:a="http://schemas.openxmlformats.org/drawingml/2006/main" w="0">
            <a:prstDash val="solid"/>
          </a:ln>
        </p:spPr>
      </p:sp>
      <p:cxnSp>
        <p:nvCxnSpPr>
          <p:cNvPr id="733" name=""/>
          <p:cNvCxnSpPr>
            <a:stCxn xmlns:a="http://schemas.openxmlformats.org/drawingml/2006/main" id="268" idx="3"/>
            <a:endCxn xmlns:a="http://schemas.openxmlformats.org/drawingml/2006/main" id="269" idx="1"/>
          </p:cNvCxnSpPr>
          <p:nvPr/>
        </p:nvCxnSpPr>
        <p:spPr>
          <a:xfrm xmlns:a="http://schemas.openxmlformats.org/drawingml/2006/main" flipV="1">
            <a:off x="4524375" y="3186113"/>
            <a:ext cx="771525" cy="57150"/>
          </a:xfrm>
          <a:prstGeom xmlns:a="http://schemas.openxmlformats.org/drawingml/2006/main" prst="straightConnector1">
            <a:avLst/>
          </a:prstGeom>
          <a:ln xmlns:a="http://schemas.openxmlformats.org/drawingml/2006/main" w="11430">
            <a:solidFill>
              <a:srgbClr val="91ABB8"/>
            </a:solidFill>
            <a:prstDash val="solid"/>
          </a:ln>
        </p:spPr>
      </p:cxnSp>
      <p:sp>
        <p:nvSpPr>
          <p:cNvPr id="271" name="">
            <a:extLst xmlns:a="http://schemas.openxmlformats.org/drawingml/2006/main">
              <a:ext uri="{FF2B5EF4-FFF2-40B4-BE49-F238E27FC236}">
                <a16:creationId xmlns:a16="http://schemas.microsoft.com/office/drawing/2014/main" id="{57AEBF1F-97BA-477B-810C-8C7A3CEC79CA}"/>
              </a:ext>
            </a:extLst>
          </p:cNvPr>
          <p:cNvSpPr>
            <a:spLocks xmlns:a="http://schemas.openxmlformats.org/drawingml/2006/main" noGrp="1"/>
          </p:cNvSpPr>
          <p:nvPr/>
        </p:nvSpPr>
        <p:spPr>
          <a:xfrm xmlns:a="http://schemas.openxmlformats.org/drawingml/2006/main">
            <a:off x="4514850" y="3238500"/>
            <a:ext cx="9525" cy="9525"/>
          </a:xfrm>
          <a:prstGeom xmlns:a="http://schemas.openxmlformats.org/drawingml/2006/main" prst="rect">
            <a:avLst/>
          </a:prstGeom>
          <a:ln xmlns:a="http://schemas.openxmlformats.org/drawingml/2006/main" w="0">
            <a:prstDash val="solid"/>
          </a:ln>
        </p:spPr>
      </p:sp>
      <p:sp>
        <p:nvSpPr>
          <p:cNvPr id="272" name="">
            <a:extLst xmlns:a="http://schemas.openxmlformats.org/drawingml/2006/main">
              <a:ext uri="{FF2B5EF4-FFF2-40B4-BE49-F238E27FC236}">
                <a16:creationId xmlns:a16="http://schemas.microsoft.com/office/drawing/2014/main" id="{4A7ABA81-B5C2-4B29-8173-6BE7DEEE4F59}"/>
              </a:ext>
            </a:extLst>
          </p:cNvPr>
          <p:cNvSpPr>
            <a:spLocks xmlns:a="http://schemas.openxmlformats.org/drawingml/2006/main" noGrp="1"/>
          </p:cNvSpPr>
          <p:nvPr/>
        </p:nvSpPr>
        <p:spPr>
          <a:xfrm xmlns:a="http://schemas.openxmlformats.org/drawingml/2006/main">
            <a:off x="5295900" y="3581400"/>
            <a:ext cx="9525" cy="9525"/>
          </a:xfrm>
          <a:prstGeom xmlns:a="http://schemas.openxmlformats.org/drawingml/2006/main" prst="rect">
            <a:avLst/>
          </a:prstGeom>
          <a:ln xmlns:a="http://schemas.openxmlformats.org/drawingml/2006/main" w="0">
            <a:prstDash val="solid"/>
          </a:ln>
        </p:spPr>
      </p:sp>
      <p:cxnSp>
        <p:nvCxnSpPr>
          <p:cNvPr id="736" name=""/>
          <p:cNvCxnSpPr>
            <a:stCxn xmlns:a="http://schemas.openxmlformats.org/drawingml/2006/main" id="271" idx="3"/>
            <a:endCxn xmlns:a="http://schemas.openxmlformats.org/drawingml/2006/main" id="272" idx="1"/>
          </p:cNvCxnSpPr>
          <p:nvPr/>
        </p:nvCxnSpPr>
        <p:spPr>
          <a:xfrm xmlns:a="http://schemas.openxmlformats.org/drawingml/2006/main">
            <a:off x="4524375" y="3243263"/>
            <a:ext cx="771525" cy="342900"/>
          </a:xfrm>
          <a:prstGeom xmlns:a="http://schemas.openxmlformats.org/drawingml/2006/main" prst="straightConnector1">
            <a:avLst/>
          </a:prstGeom>
          <a:ln xmlns:a="http://schemas.openxmlformats.org/drawingml/2006/main" w="11430">
            <a:solidFill>
              <a:srgbClr val="91ABB8"/>
            </a:solidFill>
            <a:prstDash val="solid"/>
          </a:ln>
        </p:spPr>
      </p:cxnSp>
      <p:sp>
        <p:nvSpPr>
          <p:cNvPr id="274" name="">
            <a:extLst xmlns:a="http://schemas.openxmlformats.org/drawingml/2006/main">
              <a:ext uri="{FF2B5EF4-FFF2-40B4-BE49-F238E27FC236}">
                <a16:creationId xmlns:a16="http://schemas.microsoft.com/office/drawing/2014/main" id="{6A753311-058D-4FB4-B81A-C63835E26147}"/>
              </a:ext>
            </a:extLst>
          </p:cNvPr>
          <p:cNvSpPr>
            <a:spLocks xmlns:a="http://schemas.openxmlformats.org/drawingml/2006/main" noGrp="1"/>
          </p:cNvSpPr>
          <p:nvPr/>
        </p:nvSpPr>
        <p:spPr>
          <a:xfrm xmlns:a="http://schemas.openxmlformats.org/drawingml/2006/main">
            <a:off x="4514850" y="3238500"/>
            <a:ext cx="9525" cy="9525"/>
          </a:xfrm>
          <a:prstGeom xmlns:a="http://schemas.openxmlformats.org/drawingml/2006/main" prst="rect">
            <a:avLst/>
          </a:prstGeom>
          <a:ln xmlns:a="http://schemas.openxmlformats.org/drawingml/2006/main" w="0">
            <a:prstDash val="solid"/>
          </a:ln>
        </p:spPr>
      </p:sp>
      <p:sp>
        <p:nvSpPr>
          <p:cNvPr id="275" name="">
            <a:extLst xmlns:a="http://schemas.openxmlformats.org/drawingml/2006/main">
              <a:ext uri="{FF2B5EF4-FFF2-40B4-BE49-F238E27FC236}">
                <a16:creationId xmlns:a16="http://schemas.microsoft.com/office/drawing/2014/main" id="{08344A98-454A-49E4-99A2-3C86A6979933}"/>
              </a:ext>
            </a:extLst>
          </p:cNvPr>
          <p:cNvSpPr>
            <a:spLocks xmlns:a="http://schemas.openxmlformats.org/drawingml/2006/main" noGrp="1"/>
          </p:cNvSpPr>
          <p:nvPr/>
        </p:nvSpPr>
        <p:spPr>
          <a:xfrm xmlns:a="http://schemas.openxmlformats.org/drawingml/2006/main">
            <a:off x="5295900" y="3981450"/>
            <a:ext cx="9525" cy="9525"/>
          </a:xfrm>
          <a:prstGeom xmlns:a="http://schemas.openxmlformats.org/drawingml/2006/main" prst="rect">
            <a:avLst/>
          </a:prstGeom>
          <a:ln xmlns:a="http://schemas.openxmlformats.org/drawingml/2006/main" w="0">
            <a:prstDash val="solid"/>
          </a:ln>
        </p:spPr>
      </p:sp>
      <p:cxnSp>
        <p:nvCxnSpPr>
          <p:cNvPr id="739" name=""/>
          <p:cNvCxnSpPr>
            <a:stCxn xmlns:a="http://schemas.openxmlformats.org/drawingml/2006/main" id="274" idx="3"/>
            <a:endCxn xmlns:a="http://schemas.openxmlformats.org/drawingml/2006/main" id="275" idx="1"/>
          </p:cNvCxnSpPr>
          <p:nvPr/>
        </p:nvCxnSpPr>
        <p:spPr>
          <a:xfrm xmlns:a="http://schemas.openxmlformats.org/drawingml/2006/main">
            <a:off x="4524375" y="3243263"/>
            <a:ext cx="771525" cy="742950"/>
          </a:xfrm>
          <a:prstGeom xmlns:a="http://schemas.openxmlformats.org/drawingml/2006/main" prst="straightConnector1">
            <a:avLst/>
          </a:prstGeom>
          <a:ln xmlns:a="http://schemas.openxmlformats.org/drawingml/2006/main" w="11430">
            <a:solidFill>
              <a:srgbClr val="91ABB8"/>
            </a:solidFill>
            <a:prstDash val="solid"/>
          </a:ln>
        </p:spPr>
      </p:cxnSp>
      <p:sp>
        <p:nvSpPr>
          <p:cNvPr id="277" name="">
            <a:extLst xmlns:a="http://schemas.openxmlformats.org/drawingml/2006/main">
              <a:ext uri="{FF2B5EF4-FFF2-40B4-BE49-F238E27FC236}">
                <a16:creationId xmlns:a16="http://schemas.microsoft.com/office/drawing/2014/main" id="{5699F7EC-ADC2-46B0-91FB-1C032175512E}"/>
              </a:ext>
            </a:extLst>
          </p:cNvPr>
          <p:cNvSpPr>
            <a:spLocks xmlns:a="http://schemas.openxmlformats.org/drawingml/2006/main" noGrp="1"/>
          </p:cNvSpPr>
          <p:nvPr/>
        </p:nvSpPr>
        <p:spPr>
          <a:xfrm xmlns:a="http://schemas.openxmlformats.org/drawingml/2006/main">
            <a:off x="4514850" y="3238500"/>
            <a:ext cx="9525" cy="9525"/>
          </a:xfrm>
          <a:prstGeom xmlns:a="http://schemas.openxmlformats.org/drawingml/2006/main" prst="rect">
            <a:avLst/>
          </a:prstGeom>
          <a:ln xmlns:a="http://schemas.openxmlformats.org/drawingml/2006/main" w="0">
            <a:prstDash val="solid"/>
          </a:ln>
        </p:spPr>
      </p:sp>
      <p:sp>
        <p:nvSpPr>
          <p:cNvPr id="278" name="">
            <a:extLst xmlns:a="http://schemas.openxmlformats.org/drawingml/2006/main">
              <a:ext uri="{FF2B5EF4-FFF2-40B4-BE49-F238E27FC236}">
                <a16:creationId xmlns:a16="http://schemas.microsoft.com/office/drawing/2014/main" id="{EED6F799-7288-493D-985D-66E51187C1AC}"/>
              </a:ext>
            </a:extLst>
          </p:cNvPr>
          <p:cNvSpPr>
            <a:spLocks xmlns:a="http://schemas.openxmlformats.org/drawingml/2006/main" noGrp="1"/>
          </p:cNvSpPr>
          <p:nvPr/>
        </p:nvSpPr>
        <p:spPr>
          <a:xfrm xmlns:a="http://schemas.openxmlformats.org/drawingml/2006/main">
            <a:off x="5295900" y="4381500"/>
            <a:ext cx="9525" cy="9525"/>
          </a:xfrm>
          <a:prstGeom xmlns:a="http://schemas.openxmlformats.org/drawingml/2006/main" prst="rect">
            <a:avLst/>
          </a:prstGeom>
          <a:ln xmlns:a="http://schemas.openxmlformats.org/drawingml/2006/main" w="0">
            <a:prstDash val="solid"/>
          </a:ln>
        </p:spPr>
      </p:sp>
      <p:cxnSp>
        <p:nvCxnSpPr>
          <p:cNvPr id="742" name=""/>
          <p:cNvCxnSpPr>
            <a:stCxn xmlns:a="http://schemas.openxmlformats.org/drawingml/2006/main" id="277" idx="2"/>
            <a:endCxn xmlns:a="http://schemas.openxmlformats.org/drawingml/2006/main" id="278" idx="0"/>
          </p:cNvCxnSpPr>
          <p:nvPr/>
        </p:nvCxnSpPr>
        <p:spPr>
          <a:xfrm xmlns:a="http://schemas.openxmlformats.org/drawingml/2006/main">
            <a:off x="4519613" y="3248025"/>
            <a:ext cx="781050" cy="1133475"/>
          </a:xfrm>
          <a:prstGeom xmlns:a="http://schemas.openxmlformats.org/drawingml/2006/main" prst="straightConnector1">
            <a:avLst/>
          </a:prstGeom>
          <a:ln xmlns:a="http://schemas.openxmlformats.org/drawingml/2006/main" w="11430">
            <a:solidFill>
              <a:srgbClr val="91ABB8"/>
            </a:solidFill>
            <a:prstDash val="solid"/>
          </a:ln>
        </p:spPr>
      </p:cxnSp>
      <p:sp>
        <p:nvSpPr>
          <p:cNvPr id="280" name="">
            <a:extLst xmlns:a="http://schemas.openxmlformats.org/drawingml/2006/main">
              <a:ext uri="{FF2B5EF4-FFF2-40B4-BE49-F238E27FC236}">
                <a16:creationId xmlns:a16="http://schemas.microsoft.com/office/drawing/2014/main" id="{2FFC2379-07E3-423F-B091-530795916FEF}"/>
              </a:ext>
            </a:extLst>
          </p:cNvPr>
          <p:cNvSpPr>
            <a:spLocks xmlns:a="http://schemas.openxmlformats.org/drawingml/2006/main" noGrp="1"/>
          </p:cNvSpPr>
          <p:nvPr/>
        </p:nvSpPr>
        <p:spPr>
          <a:xfrm xmlns:a="http://schemas.openxmlformats.org/drawingml/2006/main">
            <a:off x="4514850" y="3524250"/>
            <a:ext cx="9525" cy="9525"/>
          </a:xfrm>
          <a:prstGeom xmlns:a="http://schemas.openxmlformats.org/drawingml/2006/main" prst="rect">
            <a:avLst/>
          </a:prstGeom>
          <a:ln xmlns:a="http://schemas.openxmlformats.org/drawingml/2006/main" w="0">
            <a:prstDash val="solid"/>
          </a:ln>
        </p:spPr>
      </p:sp>
      <p:sp>
        <p:nvSpPr>
          <p:cNvPr id="281" name="">
            <a:extLst xmlns:a="http://schemas.openxmlformats.org/drawingml/2006/main">
              <a:ext uri="{FF2B5EF4-FFF2-40B4-BE49-F238E27FC236}">
                <a16:creationId xmlns:a16="http://schemas.microsoft.com/office/drawing/2014/main" id="{FE87C78E-77FA-4E88-A43A-1F99122F21FD}"/>
              </a:ext>
            </a:extLst>
          </p:cNvPr>
          <p:cNvSpPr>
            <a:spLocks xmlns:a="http://schemas.openxmlformats.org/drawingml/2006/main" noGrp="1"/>
          </p:cNvSpPr>
          <p:nvPr/>
        </p:nvSpPr>
        <p:spPr>
          <a:xfrm xmlns:a="http://schemas.openxmlformats.org/drawingml/2006/main">
            <a:off x="5295900" y="2381250"/>
            <a:ext cx="9525" cy="9525"/>
          </a:xfrm>
          <a:prstGeom xmlns:a="http://schemas.openxmlformats.org/drawingml/2006/main" prst="rect">
            <a:avLst/>
          </a:prstGeom>
          <a:ln xmlns:a="http://schemas.openxmlformats.org/drawingml/2006/main" w="0">
            <a:prstDash val="solid"/>
          </a:ln>
        </p:spPr>
      </p:sp>
      <p:cxnSp>
        <p:nvCxnSpPr>
          <p:cNvPr id="745" name=""/>
          <p:cNvCxnSpPr>
            <a:stCxn xmlns:a="http://schemas.openxmlformats.org/drawingml/2006/main" id="280" idx="0"/>
            <a:endCxn xmlns:a="http://schemas.openxmlformats.org/drawingml/2006/main" id="281" idx="2"/>
          </p:cNvCxnSpPr>
          <p:nvPr/>
        </p:nvCxnSpPr>
        <p:spPr>
          <a:xfrm xmlns:a="http://schemas.openxmlformats.org/drawingml/2006/main" flipV="1">
            <a:off x="4519613" y="2390775"/>
            <a:ext cx="781050" cy="1133475"/>
          </a:xfrm>
          <a:prstGeom xmlns:a="http://schemas.openxmlformats.org/drawingml/2006/main" prst="straightConnector1">
            <a:avLst/>
          </a:prstGeom>
          <a:ln xmlns:a="http://schemas.openxmlformats.org/drawingml/2006/main" w="11430">
            <a:solidFill>
              <a:srgbClr val="91ABB8"/>
            </a:solidFill>
            <a:prstDash val="solid"/>
          </a:ln>
        </p:spPr>
      </p:cxnSp>
      <p:sp>
        <p:nvSpPr>
          <p:cNvPr id="283" name="">
            <a:extLst xmlns:a="http://schemas.openxmlformats.org/drawingml/2006/main">
              <a:ext uri="{FF2B5EF4-FFF2-40B4-BE49-F238E27FC236}">
                <a16:creationId xmlns:a16="http://schemas.microsoft.com/office/drawing/2014/main" id="{3D11DC4C-FC53-4F93-8F06-85C57AF2995A}"/>
              </a:ext>
            </a:extLst>
          </p:cNvPr>
          <p:cNvSpPr>
            <a:spLocks xmlns:a="http://schemas.openxmlformats.org/drawingml/2006/main" noGrp="1"/>
          </p:cNvSpPr>
          <p:nvPr/>
        </p:nvSpPr>
        <p:spPr>
          <a:xfrm xmlns:a="http://schemas.openxmlformats.org/drawingml/2006/main">
            <a:off x="4514850" y="3524250"/>
            <a:ext cx="9525" cy="9525"/>
          </a:xfrm>
          <a:prstGeom xmlns:a="http://schemas.openxmlformats.org/drawingml/2006/main" prst="rect">
            <a:avLst/>
          </a:prstGeom>
          <a:ln xmlns:a="http://schemas.openxmlformats.org/drawingml/2006/main" w="0">
            <a:prstDash val="solid"/>
          </a:ln>
        </p:spPr>
      </p:sp>
      <p:sp>
        <p:nvSpPr>
          <p:cNvPr id="284" name="">
            <a:extLst xmlns:a="http://schemas.openxmlformats.org/drawingml/2006/main">
              <a:ext uri="{FF2B5EF4-FFF2-40B4-BE49-F238E27FC236}">
                <a16:creationId xmlns:a16="http://schemas.microsoft.com/office/drawing/2014/main" id="{C87567A9-0AF6-4FB8-9DA8-1191149B4737}"/>
              </a:ext>
            </a:extLst>
          </p:cNvPr>
          <p:cNvSpPr>
            <a:spLocks xmlns:a="http://schemas.openxmlformats.org/drawingml/2006/main" noGrp="1"/>
          </p:cNvSpPr>
          <p:nvPr/>
        </p:nvSpPr>
        <p:spPr>
          <a:xfrm xmlns:a="http://schemas.openxmlformats.org/drawingml/2006/main">
            <a:off x="5295900" y="2781300"/>
            <a:ext cx="9525" cy="9525"/>
          </a:xfrm>
          <a:prstGeom xmlns:a="http://schemas.openxmlformats.org/drawingml/2006/main" prst="rect">
            <a:avLst/>
          </a:prstGeom>
          <a:ln xmlns:a="http://schemas.openxmlformats.org/drawingml/2006/main" w="0">
            <a:prstDash val="solid"/>
          </a:ln>
        </p:spPr>
      </p:sp>
      <p:cxnSp>
        <p:nvCxnSpPr>
          <p:cNvPr id="748" name=""/>
          <p:cNvCxnSpPr>
            <a:stCxn xmlns:a="http://schemas.openxmlformats.org/drawingml/2006/main" id="283" idx="3"/>
            <a:endCxn xmlns:a="http://schemas.openxmlformats.org/drawingml/2006/main" id="284" idx="1"/>
          </p:cNvCxnSpPr>
          <p:nvPr/>
        </p:nvCxnSpPr>
        <p:spPr>
          <a:xfrm xmlns:a="http://schemas.openxmlformats.org/drawingml/2006/main" flipV="1">
            <a:off x="4524375" y="2786063"/>
            <a:ext cx="771525" cy="742950"/>
          </a:xfrm>
          <a:prstGeom xmlns:a="http://schemas.openxmlformats.org/drawingml/2006/main" prst="straightConnector1">
            <a:avLst/>
          </a:prstGeom>
          <a:ln xmlns:a="http://schemas.openxmlformats.org/drawingml/2006/main" w="11430">
            <a:solidFill>
              <a:srgbClr val="91ABB8"/>
            </a:solidFill>
            <a:prstDash val="solid"/>
          </a:ln>
        </p:spPr>
      </p:cxnSp>
      <p:sp>
        <p:nvSpPr>
          <p:cNvPr id="286" name="">
            <a:extLst xmlns:a="http://schemas.openxmlformats.org/drawingml/2006/main">
              <a:ext uri="{FF2B5EF4-FFF2-40B4-BE49-F238E27FC236}">
                <a16:creationId xmlns:a16="http://schemas.microsoft.com/office/drawing/2014/main" id="{76B32FD5-D919-4C1D-88E9-3857C7A8DD33}"/>
              </a:ext>
            </a:extLst>
          </p:cNvPr>
          <p:cNvSpPr>
            <a:spLocks xmlns:a="http://schemas.openxmlformats.org/drawingml/2006/main" noGrp="1"/>
          </p:cNvSpPr>
          <p:nvPr/>
        </p:nvSpPr>
        <p:spPr>
          <a:xfrm xmlns:a="http://schemas.openxmlformats.org/drawingml/2006/main">
            <a:off x="4514850" y="3524250"/>
            <a:ext cx="9525" cy="9525"/>
          </a:xfrm>
          <a:prstGeom xmlns:a="http://schemas.openxmlformats.org/drawingml/2006/main" prst="rect">
            <a:avLst/>
          </a:prstGeom>
          <a:ln xmlns:a="http://schemas.openxmlformats.org/drawingml/2006/main" w="0">
            <a:prstDash val="solid"/>
          </a:ln>
        </p:spPr>
      </p:sp>
      <p:sp>
        <p:nvSpPr>
          <p:cNvPr id="287" name="">
            <a:extLst xmlns:a="http://schemas.openxmlformats.org/drawingml/2006/main">
              <a:ext uri="{FF2B5EF4-FFF2-40B4-BE49-F238E27FC236}">
                <a16:creationId xmlns:a16="http://schemas.microsoft.com/office/drawing/2014/main" id="{7E21D098-9F94-47B3-B7CB-08DC07BDDF47}"/>
              </a:ext>
            </a:extLst>
          </p:cNvPr>
          <p:cNvSpPr>
            <a:spLocks xmlns:a="http://schemas.openxmlformats.org/drawingml/2006/main" noGrp="1"/>
          </p:cNvSpPr>
          <p:nvPr/>
        </p:nvSpPr>
        <p:spPr>
          <a:xfrm xmlns:a="http://schemas.openxmlformats.org/drawingml/2006/main">
            <a:off x="5295900" y="3181350"/>
            <a:ext cx="9525" cy="9525"/>
          </a:xfrm>
          <a:prstGeom xmlns:a="http://schemas.openxmlformats.org/drawingml/2006/main" prst="rect">
            <a:avLst/>
          </a:prstGeom>
          <a:ln xmlns:a="http://schemas.openxmlformats.org/drawingml/2006/main" w="0">
            <a:prstDash val="solid"/>
          </a:ln>
        </p:spPr>
      </p:sp>
      <p:cxnSp>
        <p:nvCxnSpPr>
          <p:cNvPr id="751" name=""/>
          <p:cNvCxnSpPr>
            <a:stCxn xmlns:a="http://schemas.openxmlformats.org/drawingml/2006/main" id="286" idx="3"/>
            <a:endCxn xmlns:a="http://schemas.openxmlformats.org/drawingml/2006/main" id="287" idx="1"/>
          </p:cNvCxnSpPr>
          <p:nvPr/>
        </p:nvCxnSpPr>
        <p:spPr>
          <a:xfrm xmlns:a="http://schemas.openxmlformats.org/drawingml/2006/main" flipV="1">
            <a:off x="4524375" y="3186113"/>
            <a:ext cx="771525" cy="342900"/>
          </a:xfrm>
          <a:prstGeom xmlns:a="http://schemas.openxmlformats.org/drawingml/2006/main" prst="straightConnector1">
            <a:avLst/>
          </a:prstGeom>
          <a:ln xmlns:a="http://schemas.openxmlformats.org/drawingml/2006/main" w="11430">
            <a:solidFill>
              <a:srgbClr val="91ABB8"/>
            </a:solidFill>
            <a:prstDash val="solid"/>
          </a:ln>
        </p:spPr>
      </p:cxnSp>
      <p:sp>
        <p:nvSpPr>
          <p:cNvPr id="289" name="">
            <a:extLst xmlns:a="http://schemas.openxmlformats.org/drawingml/2006/main">
              <a:ext uri="{FF2B5EF4-FFF2-40B4-BE49-F238E27FC236}">
                <a16:creationId xmlns:a16="http://schemas.microsoft.com/office/drawing/2014/main" id="{0657F199-4F1A-41CD-B7BD-21F4381088B0}"/>
              </a:ext>
            </a:extLst>
          </p:cNvPr>
          <p:cNvSpPr>
            <a:spLocks xmlns:a="http://schemas.openxmlformats.org/drawingml/2006/main" noGrp="1"/>
          </p:cNvSpPr>
          <p:nvPr/>
        </p:nvSpPr>
        <p:spPr>
          <a:xfrm xmlns:a="http://schemas.openxmlformats.org/drawingml/2006/main">
            <a:off x="4514850" y="3524250"/>
            <a:ext cx="9525" cy="9525"/>
          </a:xfrm>
          <a:prstGeom xmlns:a="http://schemas.openxmlformats.org/drawingml/2006/main" prst="rect">
            <a:avLst/>
          </a:prstGeom>
          <a:ln xmlns:a="http://schemas.openxmlformats.org/drawingml/2006/main" w="0">
            <a:prstDash val="solid"/>
          </a:ln>
        </p:spPr>
      </p:sp>
      <p:sp>
        <p:nvSpPr>
          <p:cNvPr id="290" name="">
            <a:extLst xmlns:a="http://schemas.openxmlformats.org/drawingml/2006/main">
              <a:ext uri="{FF2B5EF4-FFF2-40B4-BE49-F238E27FC236}">
                <a16:creationId xmlns:a16="http://schemas.microsoft.com/office/drawing/2014/main" id="{50FFB7C3-70D5-43B7-BB2B-11F4FAEAE001}"/>
              </a:ext>
            </a:extLst>
          </p:cNvPr>
          <p:cNvSpPr>
            <a:spLocks xmlns:a="http://schemas.openxmlformats.org/drawingml/2006/main" noGrp="1"/>
          </p:cNvSpPr>
          <p:nvPr/>
        </p:nvSpPr>
        <p:spPr>
          <a:xfrm xmlns:a="http://schemas.openxmlformats.org/drawingml/2006/main">
            <a:off x="5295900" y="3581400"/>
            <a:ext cx="9525" cy="9525"/>
          </a:xfrm>
          <a:prstGeom xmlns:a="http://schemas.openxmlformats.org/drawingml/2006/main" prst="rect">
            <a:avLst/>
          </a:prstGeom>
          <a:ln xmlns:a="http://schemas.openxmlformats.org/drawingml/2006/main" w="0">
            <a:prstDash val="solid"/>
          </a:ln>
        </p:spPr>
      </p:sp>
      <p:cxnSp>
        <p:nvCxnSpPr>
          <p:cNvPr id="754" name=""/>
          <p:cNvCxnSpPr>
            <a:stCxn xmlns:a="http://schemas.openxmlformats.org/drawingml/2006/main" id="289" idx="3"/>
            <a:endCxn xmlns:a="http://schemas.openxmlformats.org/drawingml/2006/main" id="290" idx="1"/>
          </p:cNvCxnSpPr>
          <p:nvPr/>
        </p:nvCxnSpPr>
        <p:spPr>
          <a:xfrm xmlns:a="http://schemas.openxmlformats.org/drawingml/2006/main">
            <a:off x="4524375" y="3529013"/>
            <a:ext cx="771525" cy="57150"/>
          </a:xfrm>
          <a:prstGeom xmlns:a="http://schemas.openxmlformats.org/drawingml/2006/main" prst="straightConnector1">
            <a:avLst/>
          </a:prstGeom>
          <a:ln xmlns:a="http://schemas.openxmlformats.org/drawingml/2006/main" w="11430">
            <a:solidFill>
              <a:srgbClr val="91ABB8"/>
            </a:solidFill>
            <a:prstDash val="solid"/>
          </a:ln>
        </p:spPr>
      </p:cxnSp>
      <p:sp>
        <p:nvSpPr>
          <p:cNvPr id="292" name="">
            <a:extLst xmlns:a="http://schemas.openxmlformats.org/drawingml/2006/main">
              <a:ext uri="{FF2B5EF4-FFF2-40B4-BE49-F238E27FC236}">
                <a16:creationId xmlns:a16="http://schemas.microsoft.com/office/drawing/2014/main" id="{6080C426-1D0B-466C-A63A-E49AB736ACD2}"/>
              </a:ext>
            </a:extLst>
          </p:cNvPr>
          <p:cNvSpPr>
            <a:spLocks xmlns:a="http://schemas.openxmlformats.org/drawingml/2006/main" noGrp="1"/>
          </p:cNvSpPr>
          <p:nvPr/>
        </p:nvSpPr>
        <p:spPr>
          <a:xfrm xmlns:a="http://schemas.openxmlformats.org/drawingml/2006/main">
            <a:off x="4514850" y="3524250"/>
            <a:ext cx="9525" cy="9525"/>
          </a:xfrm>
          <a:prstGeom xmlns:a="http://schemas.openxmlformats.org/drawingml/2006/main" prst="rect">
            <a:avLst/>
          </a:prstGeom>
          <a:ln xmlns:a="http://schemas.openxmlformats.org/drawingml/2006/main" w="0">
            <a:prstDash val="solid"/>
          </a:ln>
        </p:spPr>
      </p:sp>
      <p:sp>
        <p:nvSpPr>
          <p:cNvPr id="293" name="">
            <a:extLst xmlns:a="http://schemas.openxmlformats.org/drawingml/2006/main">
              <a:ext uri="{FF2B5EF4-FFF2-40B4-BE49-F238E27FC236}">
                <a16:creationId xmlns:a16="http://schemas.microsoft.com/office/drawing/2014/main" id="{1F9D9353-C3BD-441C-B715-47BB09116A4C}"/>
              </a:ext>
            </a:extLst>
          </p:cNvPr>
          <p:cNvSpPr>
            <a:spLocks xmlns:a="http://schemas.openxmlformats.org/drawingml/2006/main" noGrp="1"/>
          </p:cNvSpPr>
          <p:nvPr/>
        </p:nvSpPr>
        <p:spPr>
          <a:xfrm xmlns:a="http://schemas.openxmlformats.org/drawingml/2006/main">
            <a:off x="5295900" y="3981450"/>
            <a:ext cx="9525" cy="9525"/>
          </a:xfrm>
          <a:prstGeom xmlns:a="http://schemas.openxmlformats.org/drawingml/2006/main" prst="rect">
            <a:avLst/>
          </a:prstGeom>
          <a:ln xmlns:a="http://schemas.openxmlformats.org/drawingml/2006/main" w="0">
            <a:prstDash val="solid"/>
          </a:ln>
        </p:spPr>
      </p:sp>
      <p:cxnSp>
        <p:nvCxnSpPr>
          <p:cNvPr id="757" name=""/>
          <p:cNvCxnSpPr>
            <a:stCxn xmlns:a="http://schemas.openxmlformats.org/drawingml/2006/main" id="292" idx="3"/>
            <a:endCxn xmlns:a="http://schemas.openxmlformats.org/drawingml/2006/main" id="293" idx="1"/>
          </p:cNvCxnSpPr>
          <p:nvPr/>
        </p:nvCxnSpPr>
        <p:spPr>
          <a:xfrm xmlns:a="http://schemas.openxmlformats.org/drawingml/2006/main">
            <a:off x="4524375" y="3529013"/>
            <a:ext cx="771525" cy="457200"/>
          </a:xfrm>
          <a:prstGeom xmlns:a="http://schemas.openxmlformats.org/drawingml/2006/main" prst="straightConnector1">
            <a:avLst/>
          </a:prstGeom>
          <a:ln xmlns:a="http://schemas.openxmlformats.org/drawingml/2006/main" w="11430">
            <a:solidFill>
              <a:srgbClr val="91ABB8"/>
            </a:solidFill>
            <a:prstDash val="solid"/>
          </a:ln>
        </p:spPr>
      </p:cxnSp>
      <p:sp>
        <p:nvSpPr>
          <p:cNvPr id="295" name="">
            <a:extLst xmlns:a="http://schemas.openxmlformats.org/drawingml/2006/main">
              <a:ext uri="{FF2B5EF4-FFF2-40B4-BE49-F238E27FC236}">
                <a16:creationId xmlns:a16="http://schemas.microsoft.com/office/drawing/2014/main" id="{8D7354E6-7656-416E-BD37-89C43DAFC94C}"/>
              </a:ext>
            </a:extLst>
          </p:cNvPr>
          <p:cNvSpPr>
            <a:spLocks xmlns:a="http://schemas.openxmlformats.org/drawingml/2006/main" noGrp="1"/>
          </p:cNvSpPr>
          <p:nvPr/>
        </p:nvSpPr>
        <p:spPr>
          <a:xfrm xmlns:a="http://schemas.openxmlformats.org/drawingml/2006/main">
            <a:off x="4514850" y="3524250"/>
            <a:ext cx="9525" cy="9525"/>
          </a:xfrm>
          <a:prstGeom xmlns:a="http://schemas.openxmlformats.org/drawingml/2006/main" prst="rect">
            <a:avLst/>
          </a:prstGeom>
          <a:ln xmlns:a="http://schemas.openxmlformats.org/drawingml/2006/main" w="0">
            <a:prstDash val="solid"/>
          </a:ln>
        </p:spPr>
      </p:sp>
      <p:sp>
        <p:nvSpPr>
          <p:cNvPr id="296" name="">
            <a:extLst xmlns:a="http://schemas.openxmlformats.org/drawingml/2006/main">
              <a:ext uri="{FF2B5EF4-FFF2-40B4-BE49-F238E27FC236}">
                <a16:creationId xmlns:a16="http://schemas.microsoft.com/office/drawing/2014/main" id="{F7806B1C-62D1-4A7E-9EE2-0C6DCB8FADE9}"/>
              </a:ext>
            </a:extLst>
          </p:cNvPr>
          <p:cNvSpPr>
            <a:spLocks xmlns:a="http://schemas.openxmlformats.org/drawingml/2006/main" noGrp="1"/>
          </p:cNvSpPr>
          <p:nvPr/>
        </p:nvSpPr>
        <p:spPr>
          <a:xfrm xmlns:a="http://schemas.openxmlformats.org/drawingml/2006/main">
            <a:off x="5295900" y="4381500"/>
            <a:ext cx="9525" cy="9525"/>
          </a:xfrm>
          <a:prstGeom xmlns:a="http://schemas.openxmlformats.org/drawingml/2006/main" prst="rect">
            <a:avLst/>
          </a:prstGeom>
          <a:ln xmlns:a="http://schemas.openxmlformats.org/drawingml/2006/main" w="0">
            <a:prstDash val="solid"/>
          </a:ln>
        </p:spPr>
      </p:sp>
      <p:cxnSp>
        <p:nvCxnSpPr>
          <p:cNvPr id="760" name=""/>
          <p:cNvCxnSpPr>
            <a:stCxn xmlns:a="http://schemas.openxmlformats.org/drawingml/2006/main" id="295" idx="2"/>
            <a:endCxn xmlns:a="http://schemas.openxmlformats.org/drawingml/2006/main" id="296" idx="0"/>
          </p:cNvCxnSpPr>
          <p:nvPr/>
        </p:nvCxnSpPr>
        <p:spPr>
          <a:xfrm xmlns:a="http://schemas.openxmlformats.org/drawingml/2006/main">
            <a:off x="4519613" y="3533775"/>
            <a:ext cx="781050" cy="847725"/>
          </a:xfrm>
          <a:prstGeom xmlns:a="http://schemas.openxmlformats.org/drawingml/2006/main" prst="straightConnector1">
            <a:avLst/>
          </a:prstGeom>
          <a:ln xmlns:a="http://schemas.openxmlformats.org/drawingml/2006/main" w="11430">
            <a:solidFill>
              <a:srgbClr val="91ABB8"/>
            </a:solidFill>
            <a:prstDash val="solid"/>
          </a:ln>
        </p:spPr>
      </p:cxnSp>
      <p:sp>
        <p:nvSpPr>
          <p:cNvPr id="298" name="">
            <a:extLst xmlns:a="http://schemas.openxmlformats.org/drawingml/2006/main">
              <a:ext uri="{FF2B5EF4-FFF2-40B4-BE49-F238E27FC236}">
                <a16:creationId xmlns:a16="http://schemas.microsoft.com/office/drawing/2014/main" id="{C16454A4-6032-47F0-928E-E1824D6E0CF0}"/>
              </a:ext>
            </a:extLst>
          </p:cNvPr>
          <p:cNvSpPr>
            <a:spLocks xmlns:a="http://schemas.openxmlformats.org/drawingml/2006/main" noGrp="1"/>
          </p:cNvSpPr>
          <p:nvPr/>
        </p:nvSpPr>
        <p:spPr>
          <a:xfrm xmlns:a="http://schemas.openxmlformats.org/drawingml/2006/main">
            <a:off x="4514850" y="3810000"/>
            <a:ext cx="9525" cy="9525"/>
          </a:xfrm>
          <a:prstGeom xmlns:a="http://schemas.openxmlformats.org/drawingml/2006/main" prst="rect">
            <a:avLst/>
          </a:prstGeom>
          <a:ln xmlns:a="http://schemas.openxmlformats.org/drawingml/2006/main" w="0">
            <a:prstDash val="solid"/>
          </a:ln>
        </p:spPr>
      </p:sp>
      <p:sp>
        <p:nvSpPr>
          <p:cNvPr id="299" name="">
            <a:extLst xmlns:a="http://schemas.openxmlformats.org/drawingml/2006/main">
              <a:ext uri="{FF2B5EF4-FFF2-40B4-BE49-F238E27FC236}">
                <a16:creationId xmlns:a16="http://schemas.microsoft.com/office/drawing/2014/main" id="{3A010D39-FE5F-470F-932C-E0A62575E648}"/>
              </a:ext>
            </a:extLst>
          </p:cNvPr>
          <p:cNvSpPr>
            <a:spLocks xmlns:a="http://schemas.openxmlformats.org/drawingml/2006/main" noGrp="1"/>
          </p:cNvSpPr>
          <p:nvPr/>
        </p:nvSpPr>
        <p:spPr>
          <a:xfrm xmlns:a="http://schemas.openxmlformats.org/drawingml/2006/main">
            <a:off x="5295900" y="2381250"/>
            <a:ext cx="9525" cy="9525"/>
          </a:xfrm>
          <a:prstGeom xmlns:a="http://schemas.openxmlformats.org/drawingml/2006/main" prst="rect">
            <a:avLst/>
          </a:prstGeom>
          <a:ln xmlns:a="http://schemas.openxmlformats.org/drawingml/2006/main" w="0">
            <a:prstDash val="solid"/>
          </a:ln>
        </p:spPr>
      </p:sp>
      <p:cxnSp>
        <p:nvCxnSpPr>
          <p:cNvPr id="763" name=""/>
          <p:cNvCxnSpPr>
            <a:stCxn xmlns:a="http://schemas.openxmlformats.org/drawingml/2006/main" id="298" idx="0"/>
            <a:endCxn xmlns:a="http://schemas.openxmlformats.org/drawingml/2006/main" id="299" idx="2"/>
          </p:cNvCxnSpPr>
          <p:nvPr/>
        </p:nvCxnSpPr>
        <p:spPr>
          <a:xfrm xmlns:a="http://schemas.openxmlformats.org/drawingml/2006/main" flipV="1">
            <a:off x="4519613" y="2390775"/>
            <a:ext cx="781050" cy="1419225"/>
          </a:xfrm>
          <a:prstGeom xmlns:a="http://schemas.openxmlformats.org/drawingml/2006/main" prst="straightConnector1">
            <a:avLst/>
          </a:prstGeom>
          <a:ln xmlns:a="http://schemas.openxmlformats.org/drawingml/2006/main" w="11430">
            <a:solidFill>
              <a:srgbClr val="91ABB8"/>
            </a:solidFill>
            <a:prstDash val="solid"/>
          </a:ln>
        </p:spPr>
      </p:cxnSp>
      <p:sp>
        <p:nvSpPr>
          <p:cNvPr id="301" name="">
            <a:extLst xmlns:a="http://schemas.openxmlformats.org/drawingml/2006/main">
              <a:ext uri="{FF2B5EF4-FFF2-40B4-BE49-F238E27FC236}">
                <a16:creationId xmlns:a16="http://schemas.microsoft.com/office/drawing/2014/main" id="{3F66E11E-7F84-4960-BF91-B55D67634C1D}"/>
              </a:ext>
            </a:extLst>
          </p:cNvPr>
          <p:cNvSpPr>
            <a:spLocks xmlns:a="http://schemas.openxmlformats.org/drawingml/2006/main" noGrp="1"/>
          </p:cNvSpPr>
          <p:nvPr/>
        </p:nvSpPr>
        <p:spPr>
          <a:xfrm xmlns:a="http://schemas.openxmlformats.org/drawingml/2006/main">
            <a:off x="4514850" y="3810000"/>
            <a:ext cx="9525" cy="9525"/>
          </a:xfrm>
          <a:prstGeom xmlns:a="http://schemas.openxmlformats.org/drawingml/2006/main" prst="rect">
            <a:avLst/>
          </a:prstGeom>
          <a:ln xmlns:a="http://schemas.openxmlformats.org/drawingml/2006/main" w="0">
            <a:prstDash val="solid"/>
          </a:ln>
        </p:spPr>
      </p:sp>
      <p:sp>
        <p:nvSpPr>
          <p:cNvPr id="302" name="">
            <a:extLst xmlns:a="http://schemas.openxmlformats.org/drawingml/2006/main">
              <a:ext uri="{FF2B5EF4-FFF2-40B4-BE49-F238E27FC236}">
                <a16:creationId xmlns:a16="http://schemas.microsoft.com/office/drawing/2014/main" id="{916B3F1D-40FD-4A1C-B773-EC9BD163A5B7}"/>
              </a:ext>
            </a:extLst>
          </p:cNvPr>
          <p:cNvSpPr>
            <a:spLocks xmlns:a="http://schemas.openxmlformats.org/drawingml/2006/main" noGrp="1"/>
          </p:cNvSpPr>
          <p:nvPr/>
        </p:nvSpPr>
        <p:spPr>
          <a:xfrm xmlns:a="http://schemas.openxmlformats.org/drawingml/2006/main">
            <a:off x="5295900" y="2781300"/>
            <a:ext cx="9525" cy="9525"/>
          </a:xfrm>
          <a:prstGeom xmlns:a="http://schemas.openxmlformats.org/drawingml/2006/main" prst="rect">
            <a:avLst/>
          </a:prstGeom>
          <a:ln xmlns:a="http://schemas.openxmlformats.org/drawingml/2006/main" w="0">
            <a:prstDash val="solid"/>
          </a:ln>
        </p:spPr>
      </p:sp>
      <p:cxnSp>
        <p:nvCxnSpPr>
          <p:cNvPr id="766" name=""/>
          <p:cNvCxnSpPr>
            <a:stCxn xmlns:a="http://schemas.openxmlformats.org/drawingml/2006/main" id="301" idx="0"/>
            <a:endCxn xmlns:a="http://schemas.openxmlformats.org/drawingml/2006/main" id="302" idx="2"/>
          </p:cNvCxnSpPr>
          <p:nvPr/>
        </p:nvCxnSpPr>
        <p:spPr>
          <a:xfrm xmlns:a="http://schemas.openxmlformats.org/drawingml/2006/main" flipV="1">
            <a:off x="4519613" y="2790825"/>
            <a:ext cx="781050" cy="1019175"/>
          </a:xfrm>
          <a:prstGeom xmlns:a="http://schemas.openxmlformats.org/drawingml/2006/main" prst="straightConnector1">
            <a:avLst/>
          </a:prstGeom>
          <a:ln xmlns:a="http://schemas.openxmlformats.org/drawingml/2006/main" w="11430">
            <a:solidFill>
              <a:srgbClr val="91ABB8"/>
            </a:solidFill>
            <a:prstDash val="solid"/>
          </a:ln>
        </p:spPr>
      </p:cxnSp>
      <p:sp>
        <p:nvSpPr>
          <p:cNvPr id="304" name="">
            <a:extLst xmlns:a="http://schemas.openxmlformats.org/drawingml/2006/main">
              <a:ext uri="{FF2B5EF4-FFF2-40B4-BE49-F238E27FC236}">
                <a16:creationId xmlns:a16="http://schemas.microsoft.com/office/drawing/2014/main" id="{E9BED7E3-42E6-4789-B06C-2BBEF4389D32}"/>
              </a:ext>
            </a:extLst>
          </p:cNvPr>
          <p:cNvSpPr>
            <a:spLocks xmlns:a="http://schemas.openxmlformats.org/drawingml/2006/main" noGrp="1"/>
          </p:cNvSpPr>
          <p:nvPr/>
        </p:nvSpPr>
        <p:spPr>
          <a:xfrm xmlns:a="http://schemas.openxmlformats.org/drawingml/2006/main">
            <a:off x="4514850" y="3810000"/>
            <a:ext cx="9525" cy="9525"/>
          </a:xfrm>
          <a:prstGeom xmlns:a="http://schemas.openxmlformats.org/drawingml/2006/main" prst="rect">
            <a:avLst/>
          </a:prstGeom>
          <a:ln xmlns:a="http://schemas.openxmlformats.org/drawingml/2006/main" w="0">
            <a:prstDash val="solid"/>
          </a:ln>
        </p:spPr>
      </p:sp>
      <p:sp>
        <p:nvSpPr>
          <p:cNvPr id="305" name="">
            <a:extLst xmlns:a="http://schemas.openxmlformats.org/drawingml/2006/main">
              <a:ext uri="{FF2B5EF4-FFF2-40B4-BE49-F238E27FC236}">
                <a16:creationId xmlns:a16="http://schemas.microsoft.com/office/drawing/2014/main" id="{C7F4A304-E1CC-4950-87E0-947487A3C6D4}"/>
              </a:ext>
            </a:extLst>
          </p:cNvPr>
          <p:cNvSpPr>
            <a:spLocks xmlns:a="http://schemas.openxmlformats.org/drawingml/2006/main" noGrp="1"/>
          </p:cNvSpPr>
          <p:nvPr/>
        </p:nvSpPr>
        <p:spPr>
          <a:xfrm xmlns:a="http://schemas.openxmlformats.org/drawingml/2006/main">
            <a:off x="5295900" y="3181350"/>
            <a:ext cx="9525" cy="9525"/>
          </a:xfrm>
          <a:prstGeom xmlns:a="http://schemas.openxmlformats.org/drawingml/2006/main" prst="rect">
            <a:avLst/>
          </a:prstGeom>
          <a:ln xmlns:a="http://schemas.openxmlformats.org/drawingml/2006/main" w="0">
            <a:prstDash val="solid"/>
          </a:ln>
        </p:spPr>
      </p:sp>
      <p:cxnSp>
        <p:nvCxnSpPr>
          <p:cNvPr id="769" name=""/>
          <p:cNvCxnSpPr>
            <a:stCxn xmlns:a="http://schemas.openxmlformats.org/drawingml/2006/main" id="304" idx="3"/>
            <a:endCxn xmlns:a="http://schemas.openxmlformats.org/drawingml/2006/main" id="305" idx="1"/>
          </p:cNvCxnSpPr>
          <p:nvPr/>
        </p:nvCxnSpPr>
        <p:spPr>
          <a:xfrm xmlns:a="http://schemas.openxmlformats.org/drawingml/2006/main" flipV="1">
            <a:off x="4524375" y="3186113"/>
            <a:ext cx="771525" cy="628650"/>
          </a:xfrm>
          <a:prstGeom xmlns:a="http://schemas.openxmlformats.org/drawingml/2006/main" prst="straightConnector1">
            <a:avLst/>
          </a:prstGeom>
          <a:ln xmlns:a="http://schemas.openxmlformats.org/drawingml/2006/main" w="11430">
            <a:solidFill>
              <a:srgbClr val="91ABB8"/>
            </a:solidFill>
            <a:prstDash val="solid"/>
          </a:ln>
        </p:spPr>
      </p:cxnSp>
      <p:sp>
        <p:nvSpPr>
          <p:cNvPr id="307" name="">
            <a:extLst xmlns:a="http://schemas.openxmlformats.org/drawingml/2006/main">
              <a:ext uri="{FF2B5EF4-FFF2-40B4-BE49-F238E27FC236}">
                <a16:creationId xmlns:a16="http://schemas.microsoft.com/office/drawing/2014/main" id="{1B49E32E-D5F4-4E07-8E87-B5FB4F1F576F}"/>
              </a:ext>
            </a:extLst>
          </p:cNvPr>
          <p:cNvSpPr>
            <a:spLocks xmlns:a="http://schemas.openxmlformats.org/drawingml/2006/main" noGrp="1"/>
          </p:cNvSpPr>
          <p:nvPr/>
        </p:nvSpPr>
        <p:spPr>
          <a:xfrm xmlns:a="http://schemas.openxmlformats.org/drawingml/2006/main">
            <a:off x="4514850" y="3810000"/>
            <a:ext cx="9525" cy="9525"/>
          </a:xfrm>
          <a:prstGeom xmlns:a="http://schemas.openxmlformats.org/drawingml/2006/main" prst="rect">
            <a:avLst/>
          </a:prstGeom>
          <a:ln xmlns:a="http://schemas.openxmlformats.org/drawingml/2006/main" w="0">
            <a:prstDash val="solid"/>
          </a:ln>
        </p:spPr>
      </p:sp>
      <p:sp>
        <p:nvSpPr>
          <p:cNvPr id="308" name="">
            <a:extLst xmlns:a="http://schemas.openxmlformats.org/drawingml/2006/main">
              <a:ext uri="{FF2B5EF4-FFF2-40B4-BE49-F238E27FC236}">
                <a16:creationId xmlns:a16="http://schemas.microsoft.com/office/drawing/2014/main" id="{9C353613-C12F-4D09-B99F-D40BDC274F67}"/>
              </a:ext>
            </a:extLst>
          </p:cNvPr>
          <p:cNvSpPr>
            <a:spLocks xmlns:a="http://schemas.openxmlformats.org/drawingml/2006/main" noGrp="1"/>
          </p:cNvSpPr>
          <p:nvPr/>
        </p:nvSpPr>
        <p:spPr>
          <a:xfrm xmlns:a="http://schemas.openxmlformats.org/drawingml/2006/main">
            <a:off x="5295900" y="3581400"/>
            <a:ext cx="9525" cy="9525"/>
          </a:xfrm>
          <a:prstGeom xmlns:a="http://schemas.openxmlformats.org/drawingml/2006/main" prst="rect">
            <a:avLst/>
          </a:prstGeom>
          <a:ln xmlns:a="http://schemas.openxmlformats.org/drawingml/2006/main" w="0">
            <a:prstDash val="solid"/>
          </a:ln>
        </p:spPr>
      </p:sp>
      <p:cxnSp>
        <p:nvCxnSpPr>
          <p:cNvPr id="772" name=""/>
          <p:cNvCxnSpPr>
            <a:stCxn xmlns:a="http://schemas.openxmlformats.org/drawingml/2006/main" id="307" idx="3"/>
            <a:endCxn xmlns:a="http://schemas.openxmlformats.org/drawingml/2006/main" id="308" idx="1"/>
          </p:cNvCxnSpPr>
          <p:nvPr/>
        </p:nvCxnSpPr>
        <p:spPr>
          <a:xfrm xmlns:a="http://schemas.openxmlformats.org/drawingml/2006/main" flipV="1">
            <a:off x="4524375" y="3586163"/>
            <a:ext cx="771525" cy="228600"/>
          </a:xfrm>
          <a:prstGeom xmlns:a="http://schemas.openxmlformats.org/drawingml/2006/main" prst="straightConnector1">
            <a:avLst/>
          </a:prstGeom>
          <a:ln xmlns:a="http://schemas.openxmlformats.org/drawingml/2006/main" w="11430">
            <a:solidFill>
              <a:srgbClr val="91ABB8"/>
            </a:solidFill>
            <a:prstDash val="solid"/>
          </a:ln>
        </p:spPr>
      </p:cxnSp>
      <p:sp>
        <p:nvSpPr>
          <p:cNvPr id="310" name="">
            <a:extLst xmlns:a="http://schemas.openxmlformats.org/drawingml/2006/main">
              <a:ext uri="{FF2B5EF4-FFF2-40B4-BE49-F238E27FC236}">
                <a16:creationId xmlns:a16="http://schemas.microsoft.com/office/drawing/2014/main" id="{B2AC2E60-467F-45BB-A7E3-1684B1FA5189}"/>
              </a:ext>
            </a:extLst>
          </p:cNvPr>
          <p:cNvSpPr>
            <a:spLocks xmlns:a="http://schemas.openxmlformats.org/drawingml/2006/main" noGrp="1"/>
          </p:cNvSpPr>
          <p:nvPr/>
        </p:nvSpPr>
        <p:spPr>
          <a:xfrm xmlns:a="http://schemas.openxmlformats.org/drawingml/2006/main">
            <a:off x="4514850" y="3810000"/>
            <a:ext cx="9525" cy="9525"/>
          </a:xfrm>
          <a:prstGeom xmlns:a="http://schemas.openxmlformats.org/drawingml/2006/main" prst="rect">
            <a:avLst/>
          </a:prstGeom>
          <a:ln xmlns:a="http://schemas.openxmlformats.org/drawingml/2006/main" w="0">
            <a:prstDash val="solid"/>
          </a:ln>
        </p:spPr>
      </p:sp>
      <p:sp>
        <p:nvSpPr>
          <p:cNvPr id="311" name="">
            <a:extLst xmlns:a="http://schemas.openxmlformats.org/drawingml/2006/main">
              <a:ext uri="{FF2B5EF4-FFF2-40B4-BE49-F238E27FC236}">
                <a16:creationId xmlns:a16="http://schemas.microsoft.com/office/drawing/2014/main" id="{25C2F796-148B-489E-8233-377E03DB8F23}"/>
              </a:ext>
            </a:extLst>
          </p:cNvPr>
          <p:cNvSpPr>
            <a:spLocks xmlns:a="http://schemas.openxmlformats.org/drawingml/2006/main" noGrp="1"/>
          </p:cNvSpPr>
          <p:nvPr/>
        </p:nvSpPr>
        <p:spPr>
          <a:xfrm xmlns:a="http://schemas.openxmlformats.org/drawingml/2006/main">
            <a:off x="5295900" y="3981450"/>
            <a:ext cx="9525" cy="9525"/>
          </a:xfrm>
          <a:prstGeom xmlns:a="http://schemas.openxmlformats.org/drawingml/2006/main" prst="rect">
            <a:avLst/>
          </a:prstGeom>
          <a:ln xmlns:a="http://schemas.openxmlformats.org/drawingml/2006/main" w="0">
            <a:prstDash val="solid"/>
          </a:ln>
        </p:spPr>
      </p:sp>
      <p:cxnSp>
        <p:nvCxnSpPr>
          <p:cNvPr id="775" name=""/>
          <p:cNvCxnSpPr>
            <a:stCxn xmlns:a="http://schemas.openxmlformats.org/drawingml/2006/main" id="310" idx="3"/>
            <a:endCxn xmlns:a="http://schemas.openxmlformats.org/drawingml/2006/main" id="311" idx="1"/>
          </p:cNvCxnSpPr>
          <p:nvPr/>
        </p:nvCxnSpPr>
        <p:spPr>
          <a:xfrm xmlns:a="http://schemas.openxmlformats.org/drawingml/2006/main">
            <a:off x="4524375" y="3814763"/>
            <a:ext cx="771525" cy="171450"/>
          </a:xfrm>
          <a:prstGeom xmlns:a="http://schemas.openxmlformats.org/drawingml/2006/main" prst="straightConnector1">
            <a:avLst/>
          </a:prstGeom>
          <a:ln xmlns:a="http://schemas.openxmlformats.org/drawingml/2006/main" w="11430">
            <a:solidFill>
              <a:srgbClr val="91ABB8"/>
            </a:solidFill>
            <a:prstDash val="solid"/>
          </a:ln>
        </p:spPr>
      </p:cxnSp>
      <p:sp>
        <p:nvSpPr>
          <p:cNvPr id="313" name="">
            <a:extLst xmlns:a="http://schemas.openxmlformats.org/drawingml/2006/main">
              <a:ext uri="{FF2B5EF4-FFF2-40B4-BE49-F238E27FC236}">
                <a16:creationId xmlns:a16="http://schemas.microsoft.com/office/drawing/2014/main" id="{F2D331CC-1BEA-48E9-A98D-B6E36A06ED69}"/>
              </a:ext>
            </a:extLst>
          </p:cNvPr>
          <p:cNvSpPr>
            <a:spLocks xmlns:a="http://schemas.openxmlformats.org/drawingml/2006/main" noGrp="1"/>
          </p:cNvSpPr>
          <p:nvPr/>
        </p:nvSpPr>
        <p:spPr>
          <a:xfrm xmlns:a="http://schemas.openxmlformats.org/drawingml/2006/main">
            <a:off x="4514850" y="3810000"/>
            <a:ext cx="9525" cy="9525"/>
          </a:xfrm>
          <a:prstGeom xmlns:a="http://schemas.openxmlformats.org/drawingml/2006/main" prst="rect">
            <a:avLst/>
          </a:prstGeom>
          <a:ln xmlns:a="http://schemas.openxmlformats.org/drawingml/2006/main" w="0">
            <a:prstDash val="solid"/>
          </a:ln>
        </p:spPr>
      </p:sp>
      <p:sp>
        <p:nvSpPr>
          <p:cNvPr id="314" name="">
            <a:extLst xmlns:a="http://schemas.openxmlformats.org/drawingml/2006/main">
              <a:ext uri="{FF2B5EF4-FFF2-40B4-BE49-F238E27FC236}">
                <a16:creationId xmlns:a16="http://schemas.microsoft.com/office/drawing/2014/main" id="{1DD00960-8D67-4C40-8DBA-43762B60E3BF}"/>
              </a:ext>
            </a:extLst>
          </p:cNvPr>
          <p:cNvSpPr>
            <a:spLocks xmlns:a="http://schemas.openxmlformats.org/drawingml/2006/main" noGrp="1"/>
          </p:cNvSpPr>
          <p:nvPr/>
        </p:nvSpPr>
        <p:spPr>
          <a:xfrm xmlns:a="http://schemas.openxmlformats.org/drawingml/2006/main">
            <a:off x="5295900" y="4381500"/>
            <a:ext cx="9525" cy="9525"/>
          </a:xfrm>
          <a:prstGeom xmlns:a="http://schemas.openxmlformats.org/drawingml/2006/main" prst="rect">
            <a:avLst/>
          </a:prstGeom>
          <a:ln xmlns:a="http://schemas.openxmlformats.org/drawingml/2006/main" w="0">
            <a:prstDash val="solid"/>
          </a:ln>
        </p:spPr>
      </p:sp>
      <p:cxnSp>
        <p:nvCxnSpPr>
          <p:cNvPr id="778" name=""/>
          <p:cNvCxnSpPr>
            <a:stCxn xmlns:a="http://schemas.openxmlformats.org/drawingml/2006/main" id="313" idx="3"/>
            <a:endCxn xmlns:a="http://schemas.openxmlformats.org/drawingml/2006/main" id="314" idx="1"/>
          </p:cNvCxnSpPr>
          <p:nvPr/>
        </p:nvCxnSpPr>
        <p:spPr>
          <a:xfrm xmlns:a="http://schemas.openxmlformats.org/drawingml/2006/main">
            <a:off x="4524375" y="3814763"/>
            <a:ext cx="771525" cy="571500"/>
          </a:xfrm>
          <a:prstGeom xmlns:a="http://schemas.openxmlformats.org/drawingml/2006/main" prst="straightConnector1">
            <a:avLst/>
          </a:prstGeom>
          <a:ln xmlns:a="http://schemas.openxmlformats.org/drawingml/2006/main" w="11430">
            <a:solidFill>
              <a:srgbClr val="91ABB8"/>
            </a:solidFill>
            <a:prstDash val="solid"/>
          </a:ln>
        </p:spPr>
      </p:cxnSp>
      <p:sp>
        <p:nvSpPr>
          <p:cNvPr id="316" name="">
            <a:extLst xmlns:a="http://schemas.openxmlformats.org/drawingml/2006/main">
              <a:ext uri="{FF2B5EF4-FFF2-40B4-BE49-F238E27FC236}">
                <a16:creationId xmlns:a16="http://schemas.microsoft.com/office/drawing/2014/main" id="{B5B41974-0E33-4C55-ABC6-6C9E3FF8B56D}"/>
              </a:ext>
            </a:extLst>
          </p:cNvPr>
          <p:cNvSpPr>
            <a:spLocks xmlns:a="http://schemas.openxmlformats.org/drawingml/2006/main" noGrp="1"/>
          </p:cNvSpPr>
          <p:nvPr/>
        </p:nvSpPr>
        <p:spPr>
          <a:xfrm xmlns:a="http://schemas.openxmlformats.org/drawingml/2006/main">
            <a:off x="4514850" y="4095750"/>
            <a:ext cx="9525" cy="9525"/>
          </a:xfrm>
          <a:prstGeom xmlns:a="http://schemas.openxmlformats.org/drawingml/2006/main" prst="rect">
            <a:avLst/>
          </a:prstGeom>
          <a:ln xmlns:a="http://schemas.openxmlformats.org/drawingml/2006/main" w="0">
            <a:prstDash val="solid"/>
          </a:ln>
        </p:spPr>
      </p:sp>
      <p:sp>
        <p:nvSpPr>
          <p:cNvPr id="317" name="">
            <a:extLst xmlns:a="http://schemas.openxmlformats.org/drawingml/2006/main">
              <a:ext uri="{FF2B5EF4-FFF2-40B4-BE49-F238E27FC236}">
                <a16:creationId xmlns:a16="http://schemas.microsoft.com/office/drawing/2014/main" id="{66AF7DDA-3A21-4239-9DEC-45BCA8B46B77}"/>
              </a:ext>
            </a:extLst>
          </p:cNvPr>
          <p:cNvSpPr>
            <a:spLocks xmlns:a="http://schemas.openxmlformats.org/drawingml/2006/main" noGrp="1"/>
          </p:cNvSpPr>
          <p:nvPr/>
        </p:nvSpPr>
        <p:spPr>
          <a:xfrm xmlns:a="http://schemas.openxmlformats.org/drawingml/2006/main">
            <a:off x="5295900" y="2381250"/>
            <a:ext cx="9525" cy="9525"/>
          </a:xfrm>
          <a:prstGeom xmlns:a="http://schemas.openxmlformats.org/drawingml/2006/main" prst="rect">
            <a:avLst/>
          </a:prstGeom>
          <a:ln xmlns:a="http://schemas.openxmlformats.org/drawingml/2006/main" w="0">
            <a:prstDash val="solid"/>
          </a:ln>
        </p:spPr>
      </p:sp>
      <p:cxnSp>
        <p:nvCxnSpPr>
          <p:cNvPr id="781" name=""/>
          <p:cNvCxnSpPr>
            <a:stCxn xmlns:a="http://schemas.openxmlformats.org/drawingml/2006/main" id="316" idx="0"/>
            <a:endCxn xmlns:a="http://schemas.openxmlformats.org/drawingml/2006/main" id="317" idx="2"/>
          </p:cNvCxnSpPr>
          <p:nvPr/>
        </p:nvCxnSpPr>
        <p:spPr>
          <a:xfrm xmlns:a="http://schemas.openxmlformats.org/drawingml/2006/main" flipV="1">
            <a:off x="4519613" y="2390775"/>
            <a:ext cx="781050" cy="1704975"/>
          </a:xfrm>
          <a:prstGeom xmlns:a="http://schemas.openxmlformats.org/drawingml/2006/main" prst="straightConnector1">
            <a:avLst/>
          </a:prstGeom>
          <a:ln xmlns:a="http://schemas.openxmlformats.org/drawingml/2006/main" w="11430">
            <a:solidFill>
              <a:srgbClr val="91ABB8"/>
            </a:solidFill>
            <a:prstDash val="solid"/>
          </a:ln>
        </p:spPr>
      </p:cxnSp>
      <p:sp>
        <p:nvSpPr>
          <p:cNvPr id="319" name="">
            <a:extLst xmlns:a="http://schemas.openxmlformats.org/drawingml/2006/main">
              <a:ext uri="{FF2B5EF4-FFF2-40B4-BE49-F238E27FC236}">
                <a16:creationId xmlns:a16="http://schemas.microsoft.com/office/drawing/2014/main" id="{0BE9F23A-A1D1-40F5-9552-45A091411210}"/>
              </a:ext>
            </a:extLst>
          </p:cNvPr>
          <p:cNvSpPr>
            <a:spLocks xmlns:a="http://schemas.openxmlformats.org/drawingml/2006/main" noGrp="1"/>
          </p:cNvSpPr>
          <p:nvPr/>
        </p:nvSpPr>
        <p:spPr>
          <a:xfrm xmlns:a="http://schemas.openxmlformats.org/drawingml/2006/main">
            <a:off x="4514850" y="4095750"/>
            <a:ext cx="9525" cy="9525"/>
          </a:xfrm>
          <a:prstGeom xmlns:a="http://schemas.openxmlformats.org/drawingml/2006/main" prst="rect">
            <a:avLst/>
          </a:prstGeom>
          <a:ln xmlns:a="http://schemas.openxmlformats.org/drawingml/2006/main" w="0">
            <a:prstDash val="solid"/>
          </a:ln>
        </p:spPr>
      </p:sp>
      <p:sp>
        <p:nvSpPr>
          <p:cNvPr id="320" name="">
            <a:extLst xmlns:a="http://schemas.openxmlformats.org/drawingml/2006/main">
              <a:ext uri="{FF2B5EF4-FFF2-40B4-BE49-F238E27FC236}">
                <a16:creationId xmlns:a16="http://schemas.microsoft.com/office/drawing/2014/main" id="{68F84F51-12EF-4DE3-83AA-A7E6EE6B6D36}"/>
              </a:ext>
            </a:extLst>
          </p:cNvPr>
          <p:cNvSpPr>
            <a:spLocks xmlns:a="http://schemas.openxmlformats.org/drawingml/2006/main" noGrp="1"/>
          </p:cNvSpPr>
          <p:nvPr/>
        </p:nvSpPr>
        <p:spPr>
          <a:xfrm xmlns:a="http://schemas.openxmlformats.org/drawingml/2006/main">
            <a:off x="5295900" y="2781300"/>
            <a:ext cx="9525" cy="9525"/>
          </a:xfrm>
          <a:prstGeom xmlns:a="http://schemas.openxmlformats.org/drawingml/2006/main" prst="rect">
            <a:avLst/>
          </a:prstGeom>
          <a:ln xmlns:a="http://schemas.openxmlformats.org/drawingml/2006/main" w="0">
            <a:prstDash val="solid"/>
          </a:ln>
        </p:spPr>
      </p:sp>
      <p:cxnSp>
        <p:nvCxnSpPr>
          <p:cNvPr id="784" name=""/>
          <p:cNvCxnSpPr>
            <a:stCxn xmlns:a="http://schemas.openxmlformats.org/drawingml/2006/main" id="319" idx="0"/>
            <a:endCxn xmlns:a="http://schemas.openxmlformats.org/drawingml/2006/main" id="320" idx="2"/>
          </p:cNvCxnSpPr>
          <p:nvPr/>
        </p:nvCxnSpPr>
        <p:spPr>
          <a:xfrm xmlns:a="http://schemas.openxmlformats.org/drawingml/2006/main" flipV="1">
            <a:off x="4519613" y="2790825"/>
            <a:ext cx="781050" cy="1304925"/>
          </a:xfrm>
          <a:prstGeom xmlns:a="http://schemas.openxmlformats.org/drawingml/2006/main" prst="straightConnector1">
            <a:avLst/>
          </a:prstGeom>
          <a:ln xmlns:a="http://schemas.openxmlformats.org/drawingml/2006/main" w="11430">
            <a:solidFill>
              <a:srgbClr val="91ABB8"/>
            </a:solidFill>
            <a:prstDash val="solid"/>
          </a:ln>
        </p:spPr>
      </p:cxnSp>
      <p:sp>
        <p:nvSpPr>
          <p:cNvPr id="322" name="">
            <a:extLst xmlns:a="http://schemas.openxmlformats.org/drawingml/2006/main">
              <a:ext uri="{FF2B5EF4-FFF2-40B4-BE49-F238E27FC236}">
                <a16:creationId xmlns:a16="http://schemas.microsoft.com/office/drawing/2014/main" id="{252161D9-EE7A-422C-BB66-C2DBC476EE23}"/>
              </a:ext>
            </a:extLst>
          </p:cNvPr>
          <p:cNvSpPr>
            <a:spLocks xmlns:a="http://schemas.openxmlformats.org/drawingml/2006/main" noGrp="1"/>
          </p:cNvSpPr>
          <p:nvPr/>
        </p:nvSpPr>
        <p:spPr>
          <a:xfrm xmlns:a="http://schemas.openxmlformats.org/drawingml/2006/main">
            <a:off x="4514850" y="4095750"/>
            <a:ext cx="9525" cy="9525"/>
          </a:xfrm>
          <a:prstGeom xmlns:a="http://schemas.openxmlformats.org/drawingml/2006/main" prst="rect">
            <a:avLst/>
          </a:prstGeom>
          <a:ln xmlns:a="http://schemas.openxmlformats.org/drawingml/2006/main" w="0">
            <a:prstDash val="solid"/>
          </a:ln>
        </p:spPr>
      </p:sp>
      <p:sp>
        <p:nvSpPr>
          <p:cNvPr id="323" name="">
            <a:extLst xmlns:a="http://schemas.openxmlformats.org/drawingml/2006/main">
              <a:ext uri="{FF2B5EF4-FFF2-40B4-BE49-F238E27FC236}">
                <a16:creationId xmlns:a16="http://schemas.microsoft.com/office/drawing/2014/main" id="{82950CF2-37FA-4BEA-8A09-76E2F9ACCEFB}"/>
              </a:ext>
            </a:extLst>
          </p:cNvPr>
          <p:cNvSpPr>
            <a:spLocks xmlns:a="http://schemas.openxmlformats.org/drawingml/2006/main" noGrp="1"/>
          </p:cNvSpPr>
          <p:nvPr/>
        </p:nvSpPr>
        <p:spPr>
          <a:xfrm xmlns:a="http://schemas.openxmlformats.org/drawingml/2006/main">
            <a:off x="5295900" y="3181350"/>
            <a:ext cx="9525" cy="9525"/>
          </a:xfrm>
          <a:prstGeom xmlns:a="http://schemas.openxmlformats.org/drawingml/2006/main" prst="rect">
            <a:avLst/>
          </a:prstGeom>
          <a:ln xmlns:a="http://schemas.openxmlformats.org/drawingml/2006/main" w="0">
            <a:prstDash val="solid"/>
          </a:ln>
        </p:spPr>
      </p:sp>
      <p:cxnSp>
        <p:nvCxnSpPr>
          <p:cNvPr id="787" name=""/>
          <p:cNvCxnSpPr>
            <a:stCxn xmlns:a="http://schemas.openxmlformats.org/drawingml/2006/main" id="322" idx="0"/>
            <a:endCxn xmlns:a="http://schemas.openxmlformats.org/drawingml/2006/main" id="323" idx="2"/>
          </p:cNvCxnSpPr>
          <p:nvPr/>
        </p:nvCxnSpPr>
        <p:spPr>
          <a:xfrm xmlns:a="http://schemas.openxmlformats.org/drawingml/2006/main" flipV="1">
            <a:off x="4519613" y="3190875"/>
            <a:ext cx="781050" cy="904875"/>
          </a:xfrm>
          <a:prstGeom xmlns:a="http://schemas.openxmlformats.org/drawingml/2006/main" prst="straightConnector1">
            <a:avLst/>
          </a:prstGeom>
          <a:ln xmlns:a="http://schemas.openxmlformats.org/drawingml/2006/main" w="11430">
            <a:solidFill>
              <a:srgbClr val="91ABB8"/>
            </a:solidFill>
            <a:prstDash val="solid"/>
          </a:ln>
        </p:spPr>
      </p:cxnSp>
      <p:sp>
        <p:nvSpPr>
          <p:cNvPr id="325" name="">
            <a:extLst xmlns:a="http://schemas.openxmlformats.org/drawingml/2006/main">
              <a:ext uri="{FF2B5EF4-FFF2-40B4-BE49-F238E27FC236}">
                <a16:creationId xmlns:a16="http://schemas.microsoft.com/office/drawing/2014/main" id="{08285E08-AB7C-4061-9DE3-158DA08FA840}"/>
              </a:ext>
            </a:extLst>
          </p:cNvPr>
          <p:cNvSpPr>
            <a:spLocks xmlns:a="http://schemas.openxmlformats.org/drawingml/2006/main" noGrp="1"/>
          </p:cNvSpPr>
          <p:nvPr/>
        </p:nvSpPr>
        <p:spPr>
          <a:xfrm xmlns:a="http://schemas.openxmlformats.org/drawingml/2006/main">
            <a:off x="4514850" y="4095750"/>
            <a:ext cx="9525" cy="9525"/>
          </a:xfrm>
          <a:prstGeom xmlns:a="http://schemas.openxmlformats.org/drawingml/2006/main" prst="rect">
            <a:avLst/>
          </a:prstGeom>
          <a:ln xmlns:a="http://schemas.openxmlformats.org/drawingml/2006/main" w="0">
            <a:prstDash val="solid"/>
          </a:ln>
        </p:spPr>
      </p:sp>
      <p:sp>
        <p:nvSpPr>
          <p:cNvPr id="326" name="">
            <a:extLst xmlns:a="http://schemas.openxmlformats.org/drawingml/2006/main">
              <a:ext uri="{FF2B5EF4-FFF2-40B4-BE49-F238E27FC236}">
                <a16:creationId xmlns:a16="http://schemas.microsoft.com/office/drawing/2014/main" id="{5959E970-7A83-4A50-B712-ED5602B60607}"/>
              </a:ext>
            </a:extLst>
          </p:cNvPr>
          <p:cNvSpPr>
            <a:spLocks xmlns:a="http://schemas.openxmlformats.org/drawingml/2006/main" noGrp="1"/>
          </p:cNvSpPr>
          <p:nvPr/>
        </p:nvSpPr>
        <p:spPr>
          <a:xfrm xmlns:a="http://schemas.openxmlformats.org/drawingml/2006/main">
            <a:off x="5295900" y="3581400"/>
            <a:ext cx="9525" cy="9525"/>
          </a:xfrm>
          <a:prstGeom xmlns:a="http://schemas.openxmlformats.org/drawingml/2006/main" prst="rect">
            <a:avLst/>
          </a:prstGeom>
          <a:ln xmlns:a="http://schemas.openxmlformats.org/drawingml/2006/main" w="0">
            <a:prstDash val="solid"/>
          </a:ln>
        </p:spPr>
      </p:sp>
      <p:cxnSp>
        <p:nvCxnSpPr>
          <p:cNvPr id="790" name=""/>
          <p:cNvCxnSpPr>
            <a:stCxn xmlns:a="http://schemas.openxmlformats.org/drawingml/2006/main" id="325" idx="3"/>
            <a:endCxn xmlns:a="http://schemas.openxmlformats.org/drawingml/2006/main" id="326" idx="1"/>
          </p:cNvCxnSpPr>
          <p:nvPr/>
        </p:nvCxnSpPr>
        <p:spPr>
          <a:xfrm xmlns:a="http://schemas.openxmlformats.org/drawingml/2006/main" flipV="1">
            <a:off x="4524375" y="3586163"/>
            <a:ext cx="771525" cy="514350"/>
          </a:xfrm>
          <a:prstGeom xmlns:a="http://schemas.openxmlformats.org/drawingml/2006/main" prst="straightConnector1">
            <a:avLst/>
          </a:prstGeom>
          <a:ln xmlns:a="http://schemas.openxmlformats.org/drawingml/2006/main" w="11430">
            <a:solidFill>
              <a:srgbClr val="91ABB8"/>
            </a:solidFill>
            <a:prstDash val="solid"/>
          </a:ln>
        </p:spPr>
      </p:cxnSp>
      <p:sp>
        <p:nvSpPr>
          <p:cNvPr id="328" name="">
            <a:extLst xmlns:a="http://schemas.openxmlformats.org/drawingml/2006/main">
              <a:ext uri="{FF2B5EF4-FFF2-40B4-BE49-F238E27FC236}">
                <a16:creationId xmlns:a16="http://schemas.microsoft.com/office/drawing/2014/main" id="{96BEEA50-4596-43C7-AA80-E3C3FB2F41D1}"/>
              </a:ext>
            </a:extLst>
          </p:cNvPr>
          <p:cNvSpPr>
            <a:spLocks xmlns:a="http://schemas.openxmlformats.org/drawingml/2006/main" noGrp="1"/>
          </p:cNvSpPr>
          <p:nvPr/>
        </p:nvSpPr>
        <p:spPr>
          <a:xfrm xmlns:a="http://schemas.openxmlformats.org/drawingml/2006/main">
            <a:off x="4514850" y="4095750"/>
            <a:ext cx="9525" cy="9525"/>
          </a:xfrm>
          <a:prstGeom xmlns:a="http://schemas.openxmlformats.org/drawingml/2006/main" prst="rect">
            <a:avLst/>
          </a:prstGeom>
          <a:ln xmlns:a="http://schemas.openxmlformats.org/drawingml/2006/main" w="0">
            <a:prstDash val="solid"/>
          </a:ln>
        </p:spPr>
      </p:sp>
      <p:sp>
        <p:nvSpPr>
          <p:cNvPr id="329" name="">
            <a:extLst xmlns:a="http://schemas.openxmlformats.org/drawingml/2006/main">
              <a:ext uri="{FF2B5EF4-FFF2-40B4-BE49-F238E27FC236}">
                <a16:creationId xmlns:a16="http://schemas.microsoft.com/office/drawing/2014/main" id="{A6E51593-C674-43F6-B3B1-89C5DDA1E0D9}"/>
              </a:ext>
            </a:extLst>
          </p:cNvPr>
          <p:cNvSpPr>
            <a:spLocks xmlns:a="http://schemas.openxmlformats.org/drawingml/2006/main" noGrp="1"/>
          </p:cNvSpPr>
          <p:nvPr/>
        </p:nvSpPr>
        <p:spPr>
          <a:xfrm xmlns:a="http://schemas.openxmlformats.org/drawingml/2006/main">
            <a:off x="5295900" y="3981450"/>
            <a:ext cx="9525" cy="9525"/>
          </a:xfrm>
          <a:prstGeom xmlns:a="http://schemas.openxmlformats.org/drawingml/2006/main" prst="rect">
            <a:avLst/>
          </a:prstGeom>
          <a:ln xmlns:a="http://schemas.openxmlformats.org/drawingml/2006/main" w="0">
            <a:prstDash val="solid"/>
          </a:ln>
        </p:spPr>
      </p:sp>
      <p:cxnSp>
        <p:nvCxnSpPr>
          <p:cNvPr id="793" name=""/>
          <p:cNvCxnSpPr>
            <a:stCxn xmlns:a="http://schemas.openxmlformats.org/drawingml/2006/main" id="328" idx="3"/>
            <a:endCxn xmlns:a="http://schemas.openxmlformats.org/drawingml/2006/main" id="329" idx="1"/>
          </p:cNvCxnSpPr>
          <p:nvPr/>
        </p:nvCxnSpPr>
        <p:spPr>
          <a:xfrm xmlns:a="http://schemas.openxmlformats.org/drawingml/2006/main" flipV="1">
            <a:off x="4524375" y="3986213"/>
            <a:ext cx="771525" cy="114300"/>
          </a:xfrm>
          <a:prstGeom xmlns:a="http://schemas.openxmlformats.org/drawingml/2006/main" prst="straightConnector1">
            <a:avLst/>
          </a:prstGeom>
          <a:ln xmlns:a="http://schemas.openxmlformats.org/drawingml/2006/main" w="11430">
            <a:solidFill>
              <a:srgbClr val="91ABB8"/>
            </a:solidFill>
            <a:prstDash val="solid"/>
          </a:ln>
        </p:spPr>
      </p:cxnSp>
      <p:sp>
        <p:nvSpPr>
          <p:cNvPr id="331" name="">
            <a:extLst xmlns:a="http://schemas.openxmlformats.org/drawingml/2006/main">
              <a:ext uri="{FF2B5EF4-FFF2-40B4-BE49-F238E27FC236}">
                <a16:creationId xmlns:a16="http://schemas.microsoft.com/office/drawing/2014/main" id="{D93DD6B5-2D49-470E-AD9B-464EBE6C561A}"/>
              </a:ext>
            </a:extLst>
          </p:cNvPr>
          <p:cNvSpPr>
            <a:spLocks xmlns:a="http://schemas.openxmlformats.org/drawingml/2006/main" noGrp="1"/>
          </p:cNvSpPr>
          <p:nvPr/>
        </p:nvSpPr>
        <p:spPr>
          <a:xfrm xmlns:a="http://schemas.openxmlformats.org/drawingml/2006/main">
            <a:off x="4514850" y="4095750"/>
            <a:ext cx="9525" cy="9525"/>
          </a:xfrm>
          <a:prstGeom xmlns:a="http://schemas.openxmlformats.org/drawingml/2006/main" prst="rect">
            <a:avLst/>
          </a:prstGeom>
          <a:ln xmlns:a="http://schemas.openxmlformats.org/drawingml/2006/main" w="0">
            <a:prstDash val="solid"/>
          </a:ln>
        </p:spPr>
      </p:sp>
      <p:sp>
        <p:nvSpPr>
          <p:cNvPr id="332" name="">
            <a:extLst xmlns:a="http://schemas.openxmlformats.org/drawingml/2006/main">
              <a:ext uri="{FF2B5EF4-FFF2-40B4-BE49-F238E27FC236}">
                <a16:creationId xmlns:a16="http://schemas.microsoft.com/office/drawing/2014/main" id="{523F5E85-FFF9-4628-A6B7-0473988468B8}"/>
              </a:ext>
            </a:extLst>
          </p:cNvPr>
          <p:cNvSpPr>
            <a:spLocks xmlns:a="http://schemas.openxmlformats.org/drawingml/2006/main" noGrp="1"/>
          </p:cNvSpPr>
          <p:nvPr/>
        </p:nvSpPr>
        <p:spPr>
          <a:xfrm xmlns:a="http://schemas.openxmlformats.org/drawingml/2006/main">
            <a:off x="5295900" y="4381500"/>
            <a:ext cx="9525" cy="9525"/>
          </a:xfrm>
          <a:prstGeom xmlns:a="http://schemas.openxmlformats.org/drawingml/2006/main" prst="rect">
            <a:avLst/>
          </a:prstGeom>
          <a:ln xmlns:a="http://schemas.openxmlformats.org/drawingml/2006/main" w="0">
            <a:prstDash val="solid"/>
          </a:ln>
        </p:spPr>
      </p:sp>
      <p:cxnSp>
        <p:nvCxnSpPr>
          <p:cNvPr id="796" name=""/>
          <p:cNvCxnSpPr>
            <a:stCxn xmlns:a="http://schemas.openxmlformats.org/drawingml/2006/main" id="331" idx="3"/>
            <a:endCxn xmlns:a="http://schemas.openxmlformats.org/drawingml/2006/main" id="332" idx="1"/>
          </p:cNvCxnSpPr>
          <p:nvPr/>
        </p:nvCxnSpPr>
        <p:spPr>
          <a:xfrm xmlns:a="http://schemas.openxmlformats.org/drawingml/2006/main">
            <a:off x="4524375" y="4100513"/>
            <a:ext cx="771525" cy="285750"/>
          </a:xfrm>
          <a:prstGeom xmlns:a="http://schemas.openxmlformats.org/drawingml/2006/main" prst="straightConnector1">
            <a:avLst/>
          </a:prstGeom>
          <a:ln xmlns:a="http://schemas.openxmlformats.org/drawingml/2006/main" w="11430">
            <a:solidFill>
              <a:srgbClr val="91ABB8"/>
            </a:solidFill>
            <a:prstDash val="solid"/>
          </a:ln>
        </p:spPr>
      </p:cxnSp>
      <p:sp>
        <p:nvSpPr>
          <p:cNvPr id="334" name="">
            <a:extLst xmlns:a="http://schemas.openxmlformats.org/drawingml/2006/main">
              <a:ext uri="{FF2B5EF4-FFF2-40B4-BE49-F238E27FC236}">
                <a16:creationId xmlns:a16="http://schemas.microsoft.com/office/drawing/2014/main" id="{804F3525-BB67-4D64-B18D-CB25332770BE}"/>
              </a:ext>
            </a:extLst>
          </p:cNvPr>
          <p:cNvSpPr>
            <a:spLocks xmlns:a="http://schemas.openxmlformats.org/drawingml/2006/main" noGrp="1"/>
          </p:cNvSpPr>
          <p:nvPr/>
        </p:nvSpPr>
        <p:spPr>
          <a:xfrm xmlns:a="http://schemas.openxmlformats.org/drawingml/2006/main">
            <a:off x="4514850" y="4381500"/>
            <a:ext cx="9525" cy="9525"/>
          </a:xfrm>
          <a:prstGeom xmlns:a="http://schemas.openxmlformats.org/drawingml/2006/main" prst="rect">
            <a:avLst/>
          </a:prstGeom>
          <a:ln xmlns:a="http://schemas.openxmlformats.org/drawingml/2006/main" w="0">
            <a:prstDash val="solid"/>
          </a:ln>
        </p:spPr>
      </p:sp>
      <p:sp>
        <p:nvSpPr>
          <p:cNvPr id="335" name="">
            <a:extLst xmlns:a="http://schemas.openxmlformats.org/drawingml/2006/main">
              <a:ext uri="{FF2B5EF4-FFF2-40B4-BE49-F238E27FC236}">
                <a16:creationId xmlns:a16="http://schemas.microsoft.com/office/drawing/2014/main" id="{4295AF04-066B-4434-A8C1-53A7A3C10967}"/>
              </a:ext>
            </a:extLst>
          </p:cNvPr>
          <p:cNvSpPr>
            <a:spLocks xmlns:a="http://schemas.openxmlformats.org/drawingml/2006/main" noGrp="1"/>
          </p:cNvSpPr>
          <p:nvPr/>
        </p:nvSpPr>
        <p:spPr>
          <a:xfrm xmlns:a="http://schemas.openxmlformats.org/drawingml/2006/main">
            <a:off x="5295900" y="2381250"/>
            <a:ext cx="9525" cy="9525"/>
          </a:xfrm>
          <a:prstGeom xmlns:a="http://schemas.openxmlformats.org/drawingml/2006/main" prst="rect">
            <a:avLst/>
          </a:prstGeom>
          <a:ln xmlns:a="http://schemas.openxmlformats.org/drawingml/2006/main" w="0">
            <a:prstDash val="solid"/>
          </a:ln>
        </p:spPr>
      </p:sp>
      <p:cxnSp>
        <p:nvCxnSpPr>
          <p:cNvPr id="799" name=""/>
          <p:cNvCxnSpPr>
            <a:stCxn xmlns:a="http://schemas.openxmlformats.org/drawingml/2006/main" id="334" idx="0"/>
            <a:endCxn xmlns:a="http://schemas.openxmlformats.org/drawingml/2006/main" id="335" idx="2"/>
          </p:cNvCxnSpPr>
          <p:nvPr/>
        </p:nvCxnSpPr>
        <p:spPr>
          <a:xfrm xmlns:a="http://schemas.openxmlformats.org/drawingml/2006/main" flipV="1">
            <a:off x="4519613" y="2390775"/>
            <a:ext cx="781050" cy="1990725"/>
          </a:xfrm>
          <a:prstGeom xmlns:a="http://schemas.openxmlformats.org/drawingml/2006/main" prst="straightConnector1">
            <a:avLst/>
          </a:prstGeom>
          <a:ln xmlns:a="http://schemas.openxmlformats.org/drawingml/2006/main" w="11430">
            <a:solidFill>
              <a:srgbClr val="91ABB8"/>
            </a:solidFill>
            <a:prstDash val="solid"/>
          </a:ln>
        </p:spPr>
      </p:cxnSp>
      <p:sp>
        <p:nvSpPr>
          <p:cNvPr id="337" name="">
            <a:extLst xmlns:a="http://schemas.openxmlformats.org/drawingml/2006/main">
              <a:ext uri="{FF2B5EF4-FFF2-40B4-BE49-F238E27FC236}">
                <a16:creationId xmlns:a16="http://schemas.microsoft.com/office/drawing/2014/main" id="{B369FC66-6EBA-46ED-9126-5E49DF554856}"/>
              </a:ext>
            </a:extLst>
          </p:cNvPr>
          <p:cNvSpPr>
            <a:spLocks xmlns:a="http://schemas.openxmlformats.org/drawingml/2006/main" noGrp="1"/>
          </p:cNvSpPr>
          <p:nvPr/>
        </p:nvSpPr>
        <p:spPr>
          <a:xfrm xmlns:a="http://schemas.openxmlformats.org/drawingml/2006/main">
            <a:off x="4514850" y="4381500"/>
            <a:ext cx="9525" cy="9525"/>
          </a:xfrm>
          <a:prstGeom xmlns:a="http://schemas.openxmlformats.org/drawingml/2006/main" prst="rect">
            <a:avLst/>
          </a:prstGeom>
          <a:ln xmlns:a="http://schemas.openxmlformats.org/drawingml/2006/main" w="0">
            <a:prstDash val="solid"/>
          </a:ln>
        </p:spPr>
      </p:sp>
      <p:sp>
        <p:nvSpPr>
          <p:cNvPr id="338" name="">
            <a:extLst xmlns:a="http://schemas.openxmlformats.org/drawingml/2006/main">
              <a:ext uri="{FF2B5EF4-FFF2-40B4-BE49-F238E27FC236}">
                <a16:creationId xmlns:a16="http://schemas.microsoft.com/office/drawing/2014/main" id="{CBE973A0-517C-47EF-A36B-C86ACB9A3EA4}"/>
              </a:ext>
            </a:extLst>
          </p:cNvPr>
          <p:cNvSpPr>
            <a:spLocks xmlns:a="http://schemas.openxmlformats.org/drawingml/2006/main" noGrp="1"/>
          </p:cNvSpPr>
          <p:nvPr/>
        </p:nvSpPr>
        <p:spPr>
          <a:xfrm xmlns:a="http://schemas.openxmlformats.org/drawingml/2006/main">
            <a:off x="5295900" y="2781300"/>
            <a:ext cx="9525" cy="9525"/>
          </a:xfrm>
          <a:prstGeom xmlns:a="http://schemas.openxmlformats.org/drawingml/2006/main" prst="rect">
            <a:avLst/>
          </a:prstGeom>
          <a:ln xmlns:a="http://schemas.openxmlformats.org/drawingml/2006/main" w="0">
            <a:prstDash val="solid"/>
          </a:ln>
        </p:spPr>
      </p:sp>
      <p:cxnSp>
        <p:nvCxnSpPr>
          <p:cNvPr id="802" name=""/>
          <p:cNvCxnSpPr>
            <a:stCxn xmlns:a="http://schemas.openxmlformats.org/drawingml/2006/main" id="337" idx="0"/>
            <a:endCxn xmlns:a="http://schemas.openxmlformats.org/drawingml/2006/main" id="338" idx="2"/>
          </p:cNvCxnSpPr>
          <p:nvPr/>
        </p:nvCxnSpPr>
        <p:spPr>
          <a:xfrm xmlns:a="http://schemas.openxmlformats.org/drawingml/2006/main" flipV="1">
            <a:off x="4519613" y="2790825"/>
            <a:ext cx="781050" cy="1590675"/>
          </a:xfrm>
          <a:prstGeom xmlns:a="http://schemas.openxmlformats.org/drawingml/2006/main" prst="straightConnector1">
            <a:avLst/>
          </a:prstGeom>
          <a:ln xmlns:a="http://schemas.openxmlformats.org/drawingml/2006/main" w="11430">
            <a:solidFill>
              <a:srgbClr val="91ABB8"/>
            </a:solidFill>
            <a:prstDash val="solid"/>
          </a:ln>
        </p:spPr>
      </p:cxnSp>
      <p:sp>
        <p:nvSpPr>
          <p:cNvPr id="340" name="">
            <a:extLst xmlns:a="http://schemas.openxmlformats.org/drawingml/2006/main">
              <a:ext uri="{FF2B5EF4-FFF2-40B4-BE49-F238E27FC236}">
                <a16:creationId xmlns:a16="http://schemas.microsoft.com/office/drawing/2014/main" id="{A322D560-7C0D-4A4E-A289-51EDE687AA96}"/>
              </a:ext>
            </a:extLst>
          </p:cNvPr>
          <p:cNvSpPr>
            <a:spLocks xmlns:a="http://schemas.openxmlformats.org/drawingml/2006/main" noGrp="1"/>
          </p:cNvSpPr>
          <p:nvPr/>
        </p:nvSpPr>
        <p:spPr>
          <a:xfrm xmlns:a="http://schemas.openxmlformats.org/drawingml/2006/main">
            <a:off x="4514850" y="4381500"/>
            <a:ext cx="9525" cy="9525"/>
          </a:xfrm>
          <a:prstGeom xmlns:a="http://schemas.openxmlformats.org/drawingml/2006/main" prst="rect">
            <a:avLst/>
          </a:prstGeom>
          <a:ln xmlns:a="http://schemas.openxmlformats.org/drawingml/2006/main" w="0">
            <a:prstDash val="solid"/>
          </a:ln>
        </p:spPr>
      </p:sp>
      <p:sp>
        <p:nvSpPr>
          <p:cNvPr id="341" name="">
            <a:extLst xmlns:a="http://schemas.openxmlformats.org/drawingml/2006/main">
              <a:ext uri="{FF2B5EF4-FFF2-40B4-BE49-F238E27FC236}">
                <a16:creationId xmlns:a16="http://schemas.microsoft.com/office/drawing/2014/main" id="{79422013-087A-4750-9FF2-B4BE7BCE2127}"/>
              </a:ext>
            </a:extLst>
          </p:cNvPr>
          <p:cNvSpPr>
            <a:spLocks xmlns:a="http://schemas.openxmlformats.org/drawingml/2006/main" noGrp="1"/>
          </p:cNvSpPr>
          <p:nvPr/>
        </p:nvSpPr>
        <p:spPr>
          <a:xfrm xmlns:a="http://schemas.openxmlformats.org/drawingml/2006/main">
            <a:off x="5295900" y="3181350"/>
            <a:ext cx="9525" cy="9525"/>
          </a:xfrm>
          <a:prstGeom xmlns:a="http://schemas.openxmlformats.org/drawingml/2006/main" prst="rect">
            <a:avLst/>
          </a:prstGeom>
          <a:ln xmlns:a="http://schemas.openxmlformats.org/drawingml/2006/main" w="0">
            <a:prstDash val="solid"/>
          </a:ln>
        </p:spPr>
      </p:sp>
      <p:cxnSp>
        <p:nvCxnSpPr>
          <p:cNvPr id="805" name=""/>
          <p:cNvCxnSpPr>
            <a:stCxn xmlns:a="http://schemas.openxmlformats.org/drawingml/2006/main" id="340" idx="0"/>
            <a:endCxn xmlns:a="http://schemas.openxmlformats.org/drawingml/2006/main" id="341" idx="2"/>
          </p:cNvCxnSpPr>
          <p:nvPr/>
        </p:nvCxnSpPr>
        <p:spPr>
          <a:xfrm xmlns:a="http://schemas.openxmlformats.org/drawingml/2006/main" flipV="1">
            <a:off x="4519613" y="3190875"/>
            <a:ext cx="781050" cy="1190625"/>
          </a:xfrm>
          <a:prstGeom xmlns:a="http://schemas.openxmlformats.org/drawingml/2006/main" prst="straightConnector1">
            <a:avLst/>
          </a:prstGeom>
          <a:ln xmlns:a="http://schemas.openxmlformats.org/drawingml/2006/main" w="11430">
            <a:solidFill>
              <a:srgbClr val="91ABB8"/>
            </a:solidFill>
            <a:prstDash val="solid"/>
          </a:ln>
        </p:spPr>
      </p:cxnSp>
      <p:sp>
        <p:nvSpPr>
          <p:cNvPr id="343" name="">
            <a:extLst xmlns:a="http://schemas.openxmlformats.org/drawingml/2006/main">
              <a:ext uri="{FF2B5EF4-FFF2-40B4-BE49-F238E27FC236}">
                <a16:creationId xmlns:a16="http://schemas.microsoft.com/office/drawing/2014/main" id="{C9165920-24B3-40FA-976E-2E375D948B10}"/>
              </a:ext>
            </a:extLst>
          </p:cNvPr>
          <p:cNvSpPr>
            <a:spLocks xmlns:a="http://schemas.openxmlformats.org/drawingml/2006/main" noGrp="1"/>
          </p:cNvSpPr>
          <p:nvPr/>
        </p:nvSpPr>
        <p:spPr>
          <a:xfrm xmlns:a="http://schemas.openxmlformats.org/drawingml/2006/main">
            <a:off x="4514850" y="4381500"/>
            <a:ext cx="9525" cy="9525"/>
          </a:xfrm>
          <a:prstGeom xmlns:a="http://schemas.openxmlformats.org/drawingml/2006/main" prst="rect">
            <a:avLst/>
          </a:prstGeom>
          <a:ln xmlns:a="http://schemas.openxmlformats.org/drawingml/2006/main" w="0">
            <a:prstDash val="solid"/>
          </a:ln>
        </p:spPr>
      </p:sp>
      <p:sp>
        <p:nvSpPr>
          <p:cNvPr id="344" name="">
            <a:extLst xmlns:a="http://schemas.openxmlformats.org/drawingml/2006/main">
              <a:ext uri="{FF2B5EF4-FFF2-40B4-BE49-F238E27FC236}">
                <a16:creationId xmlns:a16="http://schemas.microsoft.com/office/drawing/2014/main" id="{F27012E3-3E22-469B-9755-9DA043BC3FC7}"/>
              </a:ext>
            </a:extLst>
          </p:cNvPr>
          <p:cNvSpPr>
            <a:spLocks xmlns:a="http://schemas.openxmlformats.org/drawingml/2006/main" noGrp="1"/>
          </p:cNvSpPr>
          <p:nvPr/>
        </p:nvSpPr>
        <p:spPr>
          <a:xfrm xmlns:a="http://schemas.openxmlformats.org/drawingml/2006/main">
            <a:off x="5295900" y="3581400"/>
            <a:ext cx="9525" cy="9525"/>
          </a:xfrm>
          <a:prstGeom xmlns:a="http://schemas.openxmlformats.org/drawingml/2006/main" prst="rect">
            <a:avLst/>
          </a:prstGeom>
          <a:ln xmlns:a="http://schemas.openxmlformats.org/drawingml/2006/main" w="0">
            <a:prstDash val="solid"/>
          </a:ln>
        </p:spPr>
      </p:sp>
      <p:cxnSp>
        <p:nvCxnSpPr>
          <p:cNvPr id="808" name=""/>
          <p:cNvCxnSpPr>
            <a:stCxn xmlns:a="http://schemas.openxmlformats.org/drawingml/2006/main" id="343" idx="0"/>
            <a:endCxn xmlns:a="http://schemas.openxmlformats.org/drawingml/2006/main" id="344" idx="2"/>
          </p:cNvCxnSpPr>
          <p:nvPr/>
        </p:nvCxnSpPr>
        <p:spPr>
          <a:xfrm xmlns:a="http://schemas.openxmlformats.org/drawingml/2006/main" flipV="1">
            <a:off x="4519613" y="3590925"/>
            <a:ext cx="781050" cy="790575"/>
          </a:xfrm>
          <a:prstGeom xmlns:a="http://schemas.openxmlformats.org/drawingml/2006/main" prst="straightConnector1">
            <a:avLst/>
          </a:prstGeom>
          <a:ln xmlns:a="http://schemas.openxmlformats.org/drawingml/2006/main" w="11430">
            <a:solidFill>
              <a:srgbClr val="91ABB8"/>
            </a:solidFill>
            <a:prstDash val="solid"/>
          </a:ln>
        </p:spPr>
      </p:cxnSp>
      <p:sp>
        <p:nvSpPr>
          <p:cNvPr id="346" name="">
            <a:extLst xmlns:a="http://schemas.openxmlformats.org/drawingml/2006/main">
              <a:ext uri="{FF2B5EF4-FFF2-40B4-BE49-F238E27FC236}">
                <a16:creationId xmlns:a16="http://schemas.microsoft.com/office/drawing/2014/main" id="{87F0CC61-23E1-4646-B566-A391D0EF1F98}"/>
              </a:ext>
            </a:extLst>
          </p:cNvPr>
          <p:cNvSpPr>
            <a:spLocks xmlns:a="http://schemas.openxmlformats.org/drawingml/2006/main" noGrp="1"/>
          </p:cNvSpPr>
          <p:nvPr/>
        </p:nvSpPr>
        <p:spPr>
          <a:xfrm xmlns:a="http://schemas.openxmlformats.org/drawingml/2006/main">
            <a:off x="4514850" y="4381500"/>
            <a:ext cx="9525" cy="9525"/>
          </a:xfrm>
          <a:prstGeom xmlns:a="http://schemas.openxmlformats.org/drawingml/2006/main" prst="rect">
            <a:avLst/>
          </a:prstGeom>
          <a:ln xmlns:a="http://schemas.openxmlformats.org/drawingml/2006/main" w="0">
            <a:prstDash val="solid"/>
          </a:ln>
        </p:spPr>
      </p:sp>
      <p:sp>
        <p:nvSpPr>
          <p:cNvPr id="347" name="">
            <a:extLst xmlns:a="http://schemas.openxmlformats.org/drawingml/2006/main">
              <a:ext uri="{FF2B5EF4-FFF2-40B4-BE49-F238E27FC236}">
                <a16:creationId xmlns:a16="http://schemas.microsoft.com/office/drawing/2014/main" id="{0FCAE592-6382-49C5-804D-58B63853E804}"/>
              </a:ext>
            </a:extLst>
          </p:cNvPr>
          <p:cNvSpPr>
            <a:spLocks xmlns:a="http://schemas.openxmlformats.org/drawingml/2006/main" noGrp="1"/>
          </p:cNvSpPr>
          <p:nvPr/>
        </p:nvSpPr>
        <p:spPr>
          <a:xfrm xmlns:a="http://schemas.openxmlformats.org/drawingml/2006/main">
            <a:off x="5295900" y="3981450"/>
            <a:ext cx="9525" cy="9525"/>
          </a:xfrm>
          <a:prstGeom xmlns:a="http://schemas.openxmlformats.org/drawingml/2006/main" prst="rect">
            <a:avLst/>
          </a:prstGeom>
          <a:ln xmlns:a="http://schemas.openxmlformats.org/drawingml/2006/main" w="0">
            <a:prstDash val="solid"/>
          </a:ln>
        </p:spPr>
      </p:sp>
      <p:cxnSp>
        <p:nvCxnSpPr>
          <p:cNvPr id="811" name=""/>
          <p:cNvCxnSpPr>
            <a:stCxn xmlns:a="http://schemas.openxmlformats.org/drawingml/2006/main" id="346" idx="3"/>
            <a:endCxn xmlns:a="http://schemas.openxmlformats.org/drawingml/2006/main" id="347" idx="1"/>
          </p:cNvCxnSpPr>
          <p:nvPr/>
        </p:nvCxnSpPr>
        <p:spPr>
          <a:xfrm xmlns:a="http://schemas.openxmlformats.org/drawingml/2006/main" flipV="1">
            <a:off x="4524375" y="3986213"/>
            <a:ext cx="771525" cy="400050"/>
          </a:xfrm>
          <a:prstGeom xmlns:a="http://schemas.openxmlformats.org/drawingml/2006/main" prst="straightConnector1">
            <a:avLst/>
          </a:prstGeom>
          <a:ln xmlns:a="http://schemas.openxmlformats.org/drawingml/2006/main" w="11430">
            <a:solidFill>
              <a:srgbClr val="91ABB8"/>
            </a:solidFill>
            <a:prstDash val="solid"/>
          </a:ln>
        </p:spPr>
      </p:cxnSp>
      <p:sp>
        <p:nvSpPr>
          <p:cNvPr id="349" name="">
            <a:extLst xmlns:a="http://schemas.openxmlformats.org/drawingml/2006/main">
              <a:ext uri="{FF2B5EF4-FFF2-40B4-BE49-F238E27FC236}">
                <a16:creationId xmlns:a16="http://schemas.microsoft.com/office/drawing/2014/main" id="{FBCCF75D-72B3-4C26-8EFD-B5BB2BBF5A26}"/>
              </a:ext>
            </a:extLst>
          </p:cNvPr>
          <p:cNvSpPr>
            <a:spLocks xmlns:a="http://schemas.openxmlformats.org/drawingml/2006/main" noGrp="1"/>
          </p:cNvSpPr>
          <p:nvPr/>
        </p:nvSpPr>
        <p:spPr>
          <a:xfrm xmlns:a="http://schemas.openxmlformats.org/drawingml/2006/main">
            <a:off x="4514850" y="4381500"/>
            <a:ext cx="9525" cy="9525"/>
          </a:xfrm>
          <a:prstGeom xmlns:a="http://schemas.openxmlformats.org/drawingml/2006/main" prst="rect">
            <a:avLst/>
          </a:prstGeom>
          <a:ln xmlns:a="http://schemas.openxmlformats.org/drawingml/2006/main" w="0">
            <a:prstDash val="solid"/>
          </a:ln>
        </p:spPr>
      </p:sp>
      <p:sp>
        <p:nvSpPr>
          <p:cNvPr id="350" name="">
            <a:extLst xmlns:a="http://schemas.openxmlformats.org/drawingml/2006/main">
              <a:ext uri="{FF2B5EF4-FFF2-40B4-BE49-F238E27FC236}">
                <a16:creationId xmlns:a16="http://schemas.microsoft.com/office/drawing/2014/main" id="{89AD1C62-5709-4467-8428-A42F84D8F599}"/>
              </a:ext>
            </a:extLst>
          </p:cNvPr>
          <p:cNvSpPr>
            <a:spLocks xmlns:a="http://schemas.openxmlformats.org/drawingml/2006/main" noGrp="1"/>
          </p:cNvSpPr>
          <p:nvPr/>
        </p:nvSpPr>
        <p:spPr>
          <a:xfrm xmlns:a="http://schemas.openxmlformats.org/drawingml/2006/main">
            <a:off x="5295900" y="4381500"/>
            <a:ext cx="9525" cy="9525"/>
          </a:xfrm>
          <a:prstGeom xmlns:a="http://schemas.openxmlformats.org/drawingml/2006/main" prst="rect">
            <a:avLst/>
          </a:prstGeom>
          <a:ln xmlns:a="http://schemas.openxmlformats.org/drawingml/2006/main" w="0">
            <a:prstDash val="solid"/>
          </a:ln>
        </p:spPr>
      </p:sp>
      <p:cxnSp>
        <p:nvCxnSpPr>
          <p:cNvPr id="814" name=""/>
          <p:cNvCxnSpPr>
            <a:stCxn xmlns:a="http://schemas.openxmlformats.org/drawingml/2006/main" id="349" idx="3"/>
            <a:endCxn xmlns:a="http://schemas.openxmlformats.org/drawingml/2006/main" id="350" idx="1"/>
          </p:cNvCxnSpPr>
          <p:nvPr/>
        </p:nvCxnSpPr>
        <p:spPr>
          <a:xfrm xmlns:a="http://schemas.openxmlformats.org/drawingml/2006/main">
            <a:off x="4524375" y="4386263"/>
            <a:ext cx="771525" cy="0"/>
          </a:xfrm>
          <a:prstGeom xmlns:a="http://schemas.openxmlformats.org/drawingml/2006/main" prst="straightConnector1">
            <a:avLst/>
          </a:prstGeom>
          <a:ln xmlns:a="http://schemas.openxmlformats.org/drawingml/2006/main" w="11430">
            <a:solidFill>
              <a:srgbClr val="91ABB8"/>
            </a:solidFill>
            <a:prstDash val="solid"/>
          </a:ln>
        </p:spPr>
      </p:cxnSp>
      <p:sp>
        <p:nvSpPr>
          <p:cNvPr id="352" name="">
            <a:extLst xmlns:a="http://schemas.openxmlformats.org/drawingml/2006/main">
              <a:ext uri="{FF2B5EF4-FFF2-40B4-BE49-F238E27FC236}">
                <a16:creationId xmlns:a16="http://schemas.microsoft.com/office/drawing/2014/main" id="{BD028403-1B43-4C71-A74E-2AEF791C40FA}"/>
              </a:ext>
            </a:extLst>
          </p:cNvPr>
          <p:cNvSpPr>
            <a:spLocks xmlns:a="http://schemas.openxmlformats.org/drawingml/2006/main" noGrp="1"/>
          </p:cNvSpPr>
          <p:nvPr/>
        </p:nvSpPr>
        <p:spPr>
          <a:xfrm xmlns:a="http://schemas.openxmlformats.org/drawingml/2006/main">
            <a:off x="5295900" y="2381250"/>
            <a:ext cx="9525" cy="9525"/>
          </a:xfrm>
          <a:prstGeom xmlns:a="http://schemas.openxmlformats.org/drawingml/2006/main" prst="rect">
            <a:avLst/>
          </a:prstGeom>
          <a:ln xmlns:a="http://schemas.openxmlformats.org/drawingml/2006/main" w="0">
            <a:prstDash val="solid"/>
          </a:ln>
        </p:spPr>
      </p:sp>
      <p:sp>
        <p:nvSpPr>
          <p:cNvPr id="353" name="">
            <a:extLst xmlns:a="http://schemas.openxmlformats.org/drawingml/2006/main">
              <a:ext uri="{FF2B5EF4-FFF2-40B4-BE49-F238E27FC236}">
                <a16:creationId xmlns:a16="http://schemas.microsoft.com/office/drawing/2014/main" id="{39B6A130-9E7E-4B5B-A422-997D95349EA3}"/>
              </a:ext>
            </a:extLst>
          </p:cNvPr>
          <p:cNvSpPr>
            <a:spLocks xmlns:a="http://schemas.openxmlformats.org/drawingml/2006/main" noGrp="1"/>
          </p:cNvSpPr>
          <p:nvPr/>
        </p:nvSpPr>
        <p:spPr>
          <a:xfrm xmlns:a="http://schemas.openxmlformats.org/drawingml/2006/main">
            <a:off x="6076950" y="2752725"/>
            <a:ext cx="9525" cy="9525"/>
          </a:xfrm>
          <a:prstGeom xmlns:a="http://schemas.openxmlformats.org/drawingml/2006/main" prst="rect">
            <a:avLst/>
          </a:prstGeom>
          <a:ln xmlns:a="http://schemas.openxmlformats.org/drawingml/2006/main" w="0">
            <a:prstDash val="solid"/>
          </a:ln>
        </p:spPr>
      </p:sp>
      <p:cxnSp>
        <p:nvCxnSpPr>
          <p:cNvPr id="817" name=""/>
          <p:cNvCxnSpPr>
            <a:stCxn xmlns:a="http://schemas.openxmlformats.org/drawingml/2006/main" id="352" idx="3"/>
            <a:endCxn xmlns:a="http://schemas.openxmlformats.org/drawingml/2006/main" id="353" idx="1"/>
          </p:cNvCxnSpPr>
          <p:nvPr/>
        </p:nvCxnSpPr>
        <p:spPr>
          <a:xfrm xmlns:a="http://schemas.openxmlformats.org/drawingml/2006/main">
            <a:off x="5305425" y="2386013"/>
            <a:ext cx="771525" cy="371475"/>
          </a:xfrm>
          <a:prstGeom xmlns:a="http://schemas.openxmlformats.org/drawingml/2006/main" prst="straightConnector1">
            <a:avLst/>
          </a:prstGeom>
          <a:ln xmlns:a="http://schemas.openxmlformats.org/drawingml/2006/main" w="11430">
            <a:solidFill>
              <a:srgbClr val="91ABB8"/>
            </a:solidFill>
            <a:prstDash val="solid"/>
          </a:ln>
        </p:spPr>
      </p:cxnSp>
      <p:sp>
        <p:nvSpPr>
          <p:cNvPr id="355" name="">
            <a:extLst xmlns:a="http://schemas.openxmlformats.org/drawingml/2006/main">
              <a:ext uri="{FF2B5EF4-FFF2-40B4-BE49-F238E27FC236}">
                <a16:creationId xmlns:a16="http://schemas.microsoft.com/office/drawing/2014/main" id="{7B13343E-11B2-4D3D-96A6-8FF9C1C8B17A}"/>
              </a:ext>
            </a:extLst>
          </p:cNvPr>
          <p:cNvSpPr>
            <a:spLocks xmlns:a="http://schemas.openxmlformats.org/drawingml/2006/main" noGrp="1"/>
          </p:cNvSpPr>
          <p:nvPr/>
        </p:nvSpPr>
        <p:spPr>
          <a:xfrm xmlns:a="http://schemas.openxmlformats.org/drawingml/2006/main">
            <a:off x="5295900" y="2381250"/>
            <a:ext cx="9525" cy="9525"/>
          </a:xfrm>
          <a:prstGeom xmlns:a="http://schemas.openxmlformats.org/drawingml/2006/main" prst="rect">
            <a:avLst/>
          </a:prstGeom>
          <a:ln xmlns:a="http://schemas.openxmlformats.org/drawingml/2006/main" w="0">
            <a:prstDash val="solid"/>
          </a:ln>
        </p:spPr>
      </p:sp>
      <p:sp>
        <p:nvSpPr>
          <p:cNvPr id="356" name="">
            <a:extLst xmlns:a="http://schemas.openxmlformats.org/drawingml/2006/main">
              <a:ext uri="{FF2B5EF4-FFF2-40B4-BE49-F238E27FC236}">
                <a16:creationId xmlns:a16="http://schemas.microsoft.com/office/drawing/2014/main" id="{35E91981-CCE6-48C1-A9CD-7E27312AB58E}"/>
              </a:ext>
            </a:extLst>
          </p:cNvPr>
          <p:cNvSpPr>
            <a:spLocks xmlns:a="http://schemas.openxmlformats.org/drawingml/2006/main" noGrp="1"/>
          </p:cNvSpPr>
          <p:nvPr/>
        </p:nvSpPr>
        <p:spPr>
          <a:xfrm xmlns:a="http://schemas.openxmlformats.org/drawingml/2006/main">
            <a:off x="6076950" y="3171825"/>
            <a:ext cx="9525" cy="9525"/>
          </a:xfrm>
          <a:prstGeom xmlns:a="http://schemas.openxmlformats.org/drawingml/2006/main" prst="rect">
            <a:avLst/>
          </a:prstGeom>
          <a:ln xmlns:a="http://schemas.openxmlformats.org/drawingml/2006/main" w="0">
            <a:prstDash val="solid"/>
          </a:ln>
        </p:spPr>
      </p:sp>
      <p:cxnSp>
        <p:nvCxnSpPr>
          <p:cNvPr id="820" name=""/>
          <p:cNvCxnSpPr>
            <a:stCxn xmlns:a="http://schemas.openxmlformats.org/drawingml/2006/main" id="355" idx="2"/>
            <a:endCxn xmlns:a="http://schemas.openxmlformats.org/drawingml/2006/main" id="356" idx="0"/>
          </p:cNvCxnSpPr>
          <p:nvPr/>
        </p:nvCxnSpPr>
        <p:spPr>
          <a:xfrm xmlns:a="http://schemas.openxmlformats.org/drawingml/2006/main">
            <a:off x="5300663" y="2390775"/>
            <a:ext cx="781050" cy="781050"/>
          </a:xfrm>
          <a:prstGeom xmlns:a="http://schemas.openxmlformats.org/drawingml/2006/main" prst="straightConnector1">
            <a:avLst/>
          </a:prstGeom>
          <a:ln xmlns:a="http://schemas.openxmlformats.org/drawingml/2006/main" w="11430">
            <a:solidFill>
              <a:srgbClr val="91ABB8"/>
            </a:solidFill>
            <a:prstDash val="solid"/>
          </a:ln>
        </p:spPr>
      </p:cxnSp>
      <p:sp>
        <p:nvSpPr>
          <p:cNvPr id="358" name="">
            <a:extLst xmlns:a="http://schemas.openxmlformats.org/drawingml/2006/main">
              <a:ext uri="{FF2B5EF4-FFF2-40B4-BE49-F238E27FC236}">
                <a16:creationId xmlns:a16="http://schemas.microsoft.com/office/drawing/2014/main" id="{B88A53A9-E45B-43DF-9DE5-7088FEFC9287}"/>
              </a:ext>
            </a:extLst>
          </p:cNvPr>
          <p:cNvSpPr>
            <a:spLocks xmlns:a="http://schemas.openxmlformats.org/drawingml/2006/main" noGrp="1"/>
          </p:cNvSpPr>
          <p:nvPr/>
        </p:nvSpPr>
        <p:spPr>
          <a:xfrm xmlns:a="http://schemas.openxmlformats.org/drawingml/2006/main">
            <a:off x="5295900" y="2381250"/>
            <a:ext cx="9525" cy="9525"/>
          </a:xfrm>
          <a:prstGeom xmlns:a="http://schemas.openxmlformats.org/drawingml/2006/main" prst="rect">
            <a:avLst/>
          </a:prstGeom>
          <a:ln xmlns:a="http://schemas.openxmlformats.org/drawingml/2006/main" w="0">
            <a:prstDash val="solid"/>
          </a:ln>
        </p:spPr>
      </p:sp>
      <p:sp>
        <p:nvSpPr>
          <p:cNvPr id="359" name="">
            <a:extLst xmlns:a="http://schemas.openxmlformats.org/drawingml/2006/main">
              <a:ext uri="{FF2B5EF4-FFF2-40B4-BE49-F238E27FC236}">
                <a16:creationId xmlns:a16="http://schemas.microsoft.com/office/drawing/2014/main" id="{D52007D2-45CE-4B4A-954A-753179864784}"/>
              </a:ext>
            </a:extLst>
          </p:cNvPr>
          <p:cNvSpPr>
            <a:spLocks xmlns:a="http://schemas.openxmlformats.org/drawingml/2006/main" noGrp="1"/>
          </p:cNvSpPr>
          <p:nvPr/>
        </p:nvSpPr>
        <p:spPr>
          <a:xfrm xmlns:a="http://schemas.openxmlformats.org/drawingml/2006/main">
            <a:off x="6076950" y="3590925"/>
            <a:ext cx="9525" cy="9525"/>
          </a:xfrm>
          <a:prstGeom xmlns:a="http://schemas.openxmlformats.org/drawingml/2006/main" prst="rect">
            <a:avLst/>
          </a:prstGeom>
          <a:ln xmlns:a="http://schemas.openxmlformats.org/drawingml/2006/main" w="0">
            <a:prstDash val="solid"/>
          </a:ln>
        </p:spPr>
      </p:sp>
      <p:cxnSp>
        <p:nvCxnSpPr>
          <p:cNvPr id="823" name=""/>
          <p:cNvCxnSpPr>
            <a:stCxn xmlns:a="http://schemas.openxmlformats.org/drawingml/2006/main" id="358" idx="2"/>
            <a:endCxn xmlns:a="http://schemas.openxmlformats.org/drawingml/2006/main" id="359" idx="0"/>
          </p:cNvCxnSpPr>
          <p:nvPr/>
        </p:nvCxnSpPr>
        <p:spPr>
          <a:xfrm xmlns:a="http://schemas.openxmlformats.org/drawingml/2006/main">
            <a:off x="5300663" y="2390775"/>
            <a:ext cx="781050" cy="1200150"/>
          </a:xfrm>
          <a:prstGeom xmlns:a="http://schemas.openxmlformats.org/drawingml/2006/main" prst="straightConnector1">
            <a:avLst/>
          </a:prstGeom>
          <a:ln xmlns:a="http://schemas.openxmlformats.org/drawingml/2006/main" w="11430">
            <a:solidFill>
              <a:srgbClr val="91ABB8"/>
            </a:solidFill>
            <a:prstDash val="solid"/>
          </a:ln>
        </p:spPr>
      </p:cxnSp>
      <p:sp>
        <p:nvSpPr>
          <p:cNvPr id="361" name="">
            <a:extLst xmlns:a="http://schemas.openxmlformats.org/drawingml/2006/main">
              <a:ext uri="{FF2B5EF4-FFF2-40B4-BE49-F238E27FC236}">
                <a16:creationId xmlns:a16="http://schemas.microsoft.com/office/drawing/2014/main" id="{C1DE2ADA-0F87-417E-A10F-972C479E16A0}"/>
              </a:ext>
            </a:extLst>
          </p:cNvPr>
          <p:cNvSpPr>
            <a:spLocks xmlns:a="http://schemas.openxmlformats.org/drawingml/2006/main" noGrp="1"/>
          </p:cNvSpPr>
          <p:nvPr/>
        </p:nvSpPr>
        <p:spPr>
          <a:xfrm xmlns:a="http://schemas.openxmlformats.org/drawingml/2006/main">
            <a:off x="5295900" y="2381250"/>
            <a:ext cx="9525" cy="9525"/>
          </a:xfrm>
          <a:prstGeom xmlns:a="http://schemas.openxmlformats.org/drawingml/2006/main" prst="rect">
            <a:avLst/>
          </a:prstGeom>
          <a:ln xmlns:a="http://schemas.openxmlformats.org/drawingml/2006/main" w="0">
            <a:prstDash val="solid"/>
          </a:ln>
        </p:spPr>
      </p:sp>
      <p:sp>
        <p:nvSpPr>
          <p:cNvPr id="362" name="">
            <a:extLst xmlns:a="http://schemas.openxmlformats.org/drawingml/2006/main">
              <a:ext uri="{FF2B5EF4-FFF2-40B4-BE49-F238E27FC236}">
                <a16:creationId xmlns:a16="http://schemas.microsoft.com/office/drawing/2014/main" id="{553C89C6-DDB8-4BF2-8F01-C92709266447}"/>
              </a:ext>
            </a:extLst>
          </p:cNvPr>
          <p:cNvSpPr>
            <a:spLocks xmlns:a="http://schemas.openxmlformats.org/drawingml/2006/main" noGrp="1"/>
          </p:cNvSpPr>
          <p:nvPr/>
        </p:nvSpPr>
        <p:spPr>
          <a:xfrm xmlns:a="http://schemas.openxmlformats.org/drawingml/2006/main">
            <a:off x="6076950" y="4010025"/>
            <a:ext cx="9525" cy="9525"/>
          </a:xfrm>
          <a:prstGeom xmlns:a="http://schemas.openxmlformats.org/drawingml/2006/main" prst="rect">
            <a:avLst/>
          </a:prstGeom>
          <a:ln xmlns:a="http://schemas.openxmlformats.org/drawingml/2006/main" w="0">
            <a:prstDash val="solid"/>
          </a:ln>
        </p:spPr>
      </p:sp>
      <p:cxnSp>
        <p:nvCxnSpPr>
          <p:cNvPr id="826" name=""/>
          <p:cNvCxnSpPr>
            <a:stCxn xmlns:a="http://schemas.openxmlformats.org/drawingml/2006/main" id="361" idx="2"/>
            <a:endCxn xmlns:a="http://schemas.openxmlformats.org/drawingml/2006/main" id="362" idx="0"/>
          </p:cNvCxnSpPr>
          <p:nvPr/>
        </p:nvCxnSpPr>
        <p:spPr>
          <a:xfrm xmlns:a="http://schemas.openxmlformats.org/drawingml/2006/main">
            <a:off x="5300663" y="2390775"/>
            <a:ext cx="781050" cy="1619250"/>
          </a:xfrm>
          <a:prstGeom xmlns:a="http://schemas.openxmlformats.org/drawingml/2006/main" prst="straightConnector1">
            <a:avLst/>
          </a:prstGeom>
          <a:ln xmlns:a="http://schemas.openxmlformats.org/drawingml/2006/main" w="11430">
            <a:solidFill>
              <a:srgbClr val="91ABB8"/>
            </a:solidFill>
            <a:prstDash val="solid"/>
          </a:ln>
        </p:spPr>
      </p:cxnSp>
      <p:sp>
        <p:nvSpPr>
          <p:cNvPr id="364" name="">
            <a:extLst xmlns:a="http://schemas.openxmlformats.org/drawingml/2006/main">
              <a:ext uri="{FF2B5EF4-FFF2-40B4-BE49-F238E27FC236}">
                <a16:creationId xmlns:a16="http://schemas.microsoft.com/office/drawing/2014/main" id="{7C08F7C5-1511-4804-AEB5-ABC02CAFFFCE}"/>
              </a:ext>
            </a:extLst>
          </p:cNvPr>
          <p:cNvSpPr>
            <a:spLocks xmlns:a="http://schemas.openxmlformats.org/drawingml/2006/main" noGrp="1"/>
          </p:cNvSpPr>
          <p:nvPr/>
        </p:nvSpPr>
        <p:spPr>
          <a:xfrm xmlns:a="http://schemas.openxmlformats.org/drawingml/2006/main">
            <a:off x="5295900" y="2781300"/>
            <a:ext cx="9525" cy="9525"/>
          </a:xfrm>
          <a:prstGeom xmlns:a="http://schemas.openxmlformats.org/drawingml/2006/main" prst="rect">
            <a:avLst/>
          </a:prstGeom>
          <a:ln xmlns:a="http://schemas.openxmlformats.org/drawingml/2006/main" w="0">
            <a:prstDash val="solid"/>
          </a:ln>
        </p:spPr>
      </p:sp>
      <p:sp>
        <p:nvSpPr>
          <p:cNvPr id="365" name="">
            <a:extLst xmlns:a="http://schemas.openxmlformats.org/drawingml/2006/main">
              <a:ext uri="{FF2B5EF4-FFF2-40B4-BE49-F238E27FC236}">
                <a16:creationId xmlns:a16="http://schemas.microsoft.com/office/drawing/2014/main" id="{05649A2C-D337-4E7C-9253-21243C75C68F}"/>
              </a:ext>
            </a:extLst>
          </p:cNvPr>
          <p:cNvSpPr>
            <a:spLocks xmlns:a="http://schemas.openxmlformats.org/drawingml/2006/main" noGrp="1"/>
          </p:cNvSpPr>
          <p:nvPr/>
        </p:nvSpPr>
        <p:spPr>
          <a:xfrm xmlns:a="http://schemas.openxmlformats.org/drawingml/2006/main">
            <a:off x="6076950" y="2752725"/>
            <a:ext cx="9525" cy="9525"/>
          </a:xfrm>
          <a:prstGeom xmlns:a="http://schemas.openxmlformats.org/drawingml/2006/main" prst="rect">
            <a:avLst/>
          </a:prstGeom>
          <a:ln xmlns:a="http://schemas.openxmlformats.org/drawingml/2006/main" w="0">
            <a:prstDash val="solid"/>
          </a:ln>
        </p:spPr>
      </p:sp>
      <p:cxnSp>
        <p:nvCxnSpPr>
          <p:cNvPr id="829" name=""/>
          <p:cNvCxnSpPr>
            <a:stCxn xmlns:a="http://schemas.openxmlformats.org/drawingml/2006/main" id="364" idx="3"/>
            <a:endCxn xmlns:a="http://schemas.openxmlformats.org/drawingml/2006/main" id="365" idx="1"/>
          </p:cNvCxnSpPr>
          <p:nvPr/>
        </p:nvCxnSpPr>
        <p:spPr>
          <a:xfrm xmlns:a="http://schemas.openxmlformats.org/drawingml/2006/main" flipV="1">
            <a:off x="5305425" y="2757488"/>
            <a:ext cx="771525" cy="28575"/>
          </a:xfrm>
          <a:prstGeom xmlns:a="http://schemas.openxmlformats.org/drawingml/2006/main" prst="straightConnector1">
            <a:avLst/>
          </a:prstGeom>
          <a:ln xmlns:a="http://schemas.openxmlformats.org/drawingml/2006/main" w="11430">
            <a:solidFill>
              <a:srgbClr val="91ABB8"/>
            </a:solidFill>
            <a:prstDash val="solid"/>
          </a:ln>
        </p:spPr>
      </p:cxnSp>
      <p:sp>
        <p:nvSpPr>
          <p:cNvPr id="367" name="">
            <a:extLst xmlns:a="http://schemas.openxmlformats.org/drawingml/2006/main">
              <a:ext uri="{FF2B5EF4-FFF2-40B4-BE49-F238E27FC236}">
                <a16:creationId xmlns:a16="http://schemas.microsoft.com/office/drawing/2014/main" id="{7C4EE4C8-23C5-4CA2-8B37-5F63AAF182C7}"/>
              </a:ext>
            </a:extLst>
          </p:cNvPr>
          <p:cNvSpPr>
            <a:spLocks xmlns:a="http://schemas.openxmlformats.org/drawingml/2006/main" noGrp="1"/>
          </p:cNvSpPr>
          <p:nvPr/>
        </p:nvSpPr>
        <p:spPr>
          <a:xfrm xmlns:a="http://schemas.openxmlformats.org/drawingml/2006/main">
            <a:off x="5295900" y="2781300"/>
            <a:ext cx="9525" cy="9525"/>
          </a:xfrm>
          <a:prstGeom xmlns:a="http://schemas.openxmlformats.org/drawingml/2006/main" prst="rect">
            <a:avLst/>
          </a:prstGeom>
          <a:ln xmlns:a="http://schemas.openxmlformats.org/drawingml/2006/main" w="0">
            <a:prstDash val="solid"/>
          </a:ln>
        </p:spPr>
      </p:sp>
      <p:sp>
        <p:nvSpPr>
          <p:cNvPr id="368" name="">
            <a:extLst xmlns:a="http://schemas.openxmlformats.org/drawingml/2006/main">
              <a:ext uri="{FF2B5EF4-FFF2-40B4-BE49-F238E27FC236}">
                <a16:creationId xmlns:a16="http://schemas.microsoft.com/office/drawing/2014/main" id="{FFDEA78E-428F-450B-AA58-49C4811784D4}"/>
              </a:ext>
            </a:extLst>
          </p:cNvPr>
          <p:cNvSpPr>
            <a:spLocks xmlns:a="http://schemas.openxmlformats.org/drawingml/2006/main" noGrp="1"/>
          </p:cNvSpPr>
          <p:nvPr/>
        </p:nvSpPr>
        <p:spPr>
          <a:xfrm xmlns:a="http://schemas.openxmlformats.org/drawingml/2006/main">
            <a:off x="6076950" y="3171825"/>
            <a:ext cx="9525" cy="9525"/>
          </a:xfrm>
          <a:prstGeom xmlns:a="http://schemas.openxmlformats.org/drawingml/2006/main" prst="rect">
            <a:avLst/>
          </a:prstGeom>
          <a:ln xmlns:a="http://schemas.openxmlformats.org/drawingml/2006/main" w="0">
            <a:prstDash val="solid"/>
          </a:ln>
        </p:spPr>
      </p:sp>
      <p:cxnSp>
        <p:nvCxnSpPr>
          <p:cNvPr id="832" name=""/>
          <p:cNvCxnSpPr>
            <a:stCxn xmlns:a="http://schemas.openxmlformats.org/drawingml/2006/main" id="367" idx="3"/>
            <a:endCxn xmlns:a="http://schemas.openxmlformats.org/drawingml/2006/main" id="368" idx="1"/>
          </p:cNvCxnSpPr>
          <p:nvPr/>
        </p:nvCxnSpPr>
        <p:spPr>
          <a:xfrm xmlns:a="http://schemas.openxmlformats.org/drawingml/2006/main">
            <a:off x="5305425" y="2786063"/>
            <a:ext cx="771525" cy="390525"/>
          </a:xfrm>
          <a:prstGeom xmlns:a="http://schemas.openxmlformats.org/drawingml/2006/main" prst="straightConnector1">
            <a:avLst/>
          </a:prstGeom>
          <a:ln xmlns:a="http://schemas.openxmlformats.org/drawingml/2006/main" w="11430">
            <a:solidFill>
              <a:srgbClr val="91ABB8"/>
            </a:solidFill>
            <a:prstDash val="solid"/>
          </a:ln>
        </p:spPr>
      </p:cxnSp>
      <p:sp>
        <p:nvSpPr>
          <p:cNvPr id="370" name="">
            <a:extLst xmlns:a="http://schemas.openxmlformats.org/drawingml/2006/main">
              <a:ext uri="{FF2B5EF4-FFF2-40B4-BE49-F238E27FC236}">
                <a16:creationId xmlns:a16="http://schemas.microsoft.com/office/drawing/2014/main" id="{79F2E54E-DCD6-4489-B2A5-1442AEA92500}"/>
              </a:ext>
            </a:extLst>
          </p:cNvPr>
          <p:cNvSpPr>
            <a:spLocks xmlns:a="http://schemas.openxmlformats.org/drawingml/2006/main" noGrp="1"/>
          </p:cNvSpPr>
          <p:nvPr/>
        </p:nvSpPr>
        <p:spPr>
          <a:xfrm xmlns:a="http://schemas.openxmlformats.org/drawingml/2006/main">
            <a:off x="5295900" y="2781300"/>
            <a:ext cx="9525" cy="9525"/>
          </a:xfrm>
          <a:prstGeom xmlns:a="http://schemas.openxmlformats.org/drawingml/2006/main" prst="rect">
            <a:avLst/>
          </a:prstGeom>
          <a:ln xmlns:a="http://schemas.openxmlformats.org/drawingml/2006/main" w="0">
            <a:prstDash val="solid"/>
          </a:ln>
        </p:spPr>
      </p:sp>
      <p:sp>
        <p:nvSpPr>
          <p:cNvPr id="371" name="">
            <a:extLst xmlns:a="http://schemas.openxmlformats.org/drawingml/2006/main">
              <a:ext uri="{FF2B5EF4-FFF2-40B4-BE49-F238E27FC236}">
                <a16:creationId xmlns:a16="http://schemas.microsoft.com/office/drawing/2014/main" id="{72C28FC8-65CD-46F0-9176-1FD970308068}"/>
              </a:ext>
            </a:extLst>
          </p:cNvPr>
          <p:cNvSpPr>
            <a:spLocks xmlns:a="http://schemas.openxmlformats.org/drawingml/2006/main" noGrp="1"/>
          </p:cNvSpPr>
          <p:nvPr/>
        </p:nvSpPr>
        <p:spPr>
          <a:xfrm xmlns:a="http://schemas.openxmlformats.org/drawingml/2006/main">
            <a:off x="6076950" y="3590925"/>
            <a:ext cx="9525" cy="9525"/>
          </a:xfrm>
          <a:prstGeom xmlns:a="http://schemas.openxmlformats.org/drawingml/2006/main" prst="rect">
            <a:avLst/>
          </a:prstGeom>
          <a:ln xmlns:a="http://schemas.openxmlformats.org/drawingml/2006/main" w="0">
            <a:prstDash val="solid"/>
          </a:ln>
        </p:spPr>
      </p:sp>
      <p:cxnSp>
        <p:nvCxnSpPr>
          <p:cNvPr id="835" name=""/>
          <p:cNvCxnSpPr>
            <a:stCxn xmlns:a="http://schemas.openxmlformats.org/drawingml/2006/main" id="370" idx="2"/>
            <a:endCxn xmlns:a="http://schemas.openxmlformats.org/drawingml/2006/main" id="371" idx="0"/>
          </p:cNvCxnSpPr>
          <p:nvPr/>
        </p:nvCxnSpPr>
        <p:spPr>
          <a:xfrm xmlns:a="http://schemas.openxmlformats.org/drawingml/2006/main">
            <a:off x="5300663" y="2790825"/>
            <a:ext cx="781050" cy="800100"/>
          </a:xfrm>
          <a:prstGeom xmlns:a="http://schemas.openxmlformats.org/drawingml/2006/main" prst="straightConnector1">
            <a:avLst/>
          </a:prstGeom>
          <a:ln xmlns:a="http://schemas.openxmlformats.org/drawingml/2006/main" w="11430">
            <a:solidFill>
              <a:srgbClr val="91ABB8"/>
            </a:solidFill>
            <a:prstDash val="solid"/>
          </a:ln>
        </p:spPr>
      </p:cxnSp>
      <p:sp>
        <p:nvSpPr>
          <p:cNvPr id="373" name="">
            <a:extLst xmlns:a="http://schemas.openxmlformats.org/drawingml/2006/main">
              <a:ext uri="{FF2B5EF4-FFF2-40B4-BE49-F238E27FC236}">
                <a16:creationId xmlns:a16="http://schemas.microsoft.com/office/drawing/2014/main" id="{004A7178-164C-4D69-8DAB-ED8339D01A08}"/>
              </a:ext>
            </a:extLst>
          </p:cNvPr>
          <p:cNvSpPr>
            <a:spLocks xmlns:a="http://schemas.openxmlformats.org/drawingml/2006/main" noGrp="1"/>
          </p:cNvSpPr>
          <p:nvPr/>
        </p:nvSpPr>
        <p:spPr>
          <a:xfrm xmlns:a="http://schemas.openxmlformats.org/drawingml/2006/main">
            <a:off x="5295900" y="2781300"/>
            <a:ext cx="9525" cy="9525"/>
          </a:xfrm>
          <a:prstGeom xmlns:a="http://schemas.openxmlformats.org/drawingml/2006/main" prst="rect">
            <a:avLst/>
          </a:prstGeom>
          <a:ln xmlns:a="http://schemas.openxmlformats.org/drawingml/2006/main" w="0">
            <a:prstDash val="solid"/>
          </a:ln>
        </p:spPr>
      </p:sp>
      <p:sp>
        <p:nvSpPr>
          <p:cNvPr id="374" name="">
            <a:extLst xmlns:a="http://schemas.openxmlformats.org/drawingml/2006/main">
              <a:ext uri="{FF2B5EF4-FFF2-40B4-BE49-F238E27FC236}">
                <a16:creationId xmlns:a16="http://schemas.microsoft.com/office/drawing/2014/main" id="{659230E5-2E8D-41AC-9B1B-C909BE6C039F}"/>
              </a:ext>
            </a:extLst>
          </p:cNvPr>
          <p:cNvSpPr>
            <a:spLocks xmlns:a="http://schemas.openxmlformats.org/drawingml/2006/main" noGrp="1"/>
          </p:cNvSpPr>
          <p:nvPr/>
        </p:nvSpPr>
        <p:spPr>
          <a:xfrm xmlns:a="http://schemas.openxmlformats.org/drawingml/2006/main">
            <a:off x="6076950" y="4010025"/>
            <a:ext cx="9525" cy="9525"/>
          </a:xfrm>
          <a:prstGeom xmlns:a="http://schemas.openxmlformats.org/drawingml/2006/main" prst="rect">
            <a:avLst/>
          </a:prstGeom>
          <a:ln xmlns:a="http://schemas.openxmlformats.org/drawingml/2006/main" w="0">
            <a:prstDash val="solid"/>
          </a:ln>
        </p:spPr>
      </p:sp>
      <p:cxnSp>
        <p:nvCxnSpPr>
          <p:cNvPr id="838" name=""/>
          <p:cNvCxnSpPr>
            <a:stCxn xmlns:a="http://schemas.openxmlformats.org/drawingml/2006/main" id="373" idx="2"/>
            <a:endCxn xmlns:a="http://schemas.openxmlformats.org/drawingml/2006/main" id="374" idx="0"/>
          </p:cNvCxnSpPr>
          <p:nvPr/>
        </p:nvCxnSpPr>
        <p:spPr>
          <a:xfrm xmlns:a="http://schemas.openxmlformats.org/drawingml/2006/main">
            <a:off x="5300663" y="2790825"/>
            <a:ext cx="781050" cy="1219200"/>
          </a:xfrm>
          <a:prstGeom xmlns:a="http://schemas.openxmlformats.org/drawingml/2006/main" prst="straightConnector1">
            <a:avLst/>
          </a:prstGeom>
          <a:ln xmlns:a="http://schemas.openxmlformats.org/drawingml/2006/main" w="11430">
            <a:solidFill>
              <a:srgbClr val="91ABB8"/>
            </a:solidFill>
            <a:prstDash val="solid"/>
          </a:ln>
        </p:spPr>
      </p:cxnSp>
      <p:sp>
        <p:nvSpPr>
          <p:cNvPr id="376" name="">
            <a:extLst xmlns:a="http://schemas.openxmlformats.org/drawingml/2006/main">
              <a:ext uri="{FF2B5EF4-FFF2-40B4-BE49-F238E27FC236}">
                <a16:creationId xmlns:a16="http://schemas.microsoft.com/office/drawing/2014/main" id="{7A82D01F-8D74-4A8C-838B-1A24C8911F9B}"/>
              </a:ext>
            </a:extLst>
          </p:cNvPr>
          <p:cNvSpPr>
            <a:spLocks xmlns:a="http://schemas.openxmlformats.org/drawingml/2006/main" noGrp="1"/>
          </p:cNvSpPr>
          <p:nvPr/>
        </p:nvSpPr>
        <p:spPr>
          <a:xfrm xmlns:a="http://schemas.openxmlformats.org/drawingml/2006/main">
            <a:off x="5295900" y="3181350"/>
            <a:ext cx="9525" cy="9525"/>
          </a:xfrm>
          <a:prstGeom xmlns:a="http://schemas.openxmlformats.org/drawingml/2006/main" prst="rect">
            <a:avLst/>
          </a:prstGeom>
          <a:ln xmlns:a="http://schemas.openxmlformats.org/drawingml/2006/main" w="0">
            <a:prstDash val="solid"/>
          </a:ln>
        </p:spPr>
      </p:sp>
      <p:sp>
        <p:nvSpPr>
          <p:cNvPr id="377" name="">
            <a:extLst xmlns:a="http://schemas.openxmlformats.org/drawingml/2006/main">
              <a:ext uri="{FF2B5EF4-FFF2-40B4-BE49-F238E27FC236}">
                <a16:creationId xmlns:a16="http://schemas.microsoft.com/office/drawing/2014/main" id="{87B9A3E1-B1D7-484F-8AC8-3D8487E1602F}"/>
              </a:ext>
            </a:extLst>
          </p:cNvPr>
          <p:cNvSpPr>
            <a:spLocks xmlns:a="http://schemas.openxmlformats.org/drawingml/2006/main" noGrp="1"/>
          </p:cNvSpPr>
          <p:nvPr/>
        </p:nvSpPr>
        <p:spPr>
          <a:xfrm xmlns:a="http://schemas.openxmlformats.org/drawingml/2006/main">
            <a:off x="6076950" y="2752725"/>
            <a:ext cx="9525" cy="9525"/>
          </a:xfrm>
          <a:prstGeom xmlns:a="http://schemas.openxmlformats.org/drawingml/2006/main" prst="rect">
            <a:avLst/>
          </a:prstGeom>
          <a:ln xmlns:a="http://schemas.openxmlformats.org/drawingml/2006/main" w="0">
            <a:prstDash val="solid"/>
          </a:ln>
        </p:spPr>
      </p:sp>
      <p:cxnSp>
        <p:nvCxnSpPr>
          <p:cNvPr id="841" name=""/>
          <p:cNvCxnSpPr>
            <a:stCxn xmlns:a="http://schemas.openxmlformats.org/drawingml/2006/main" id="376" idx="3"/>
            <a:endCxn xmlns:a="http://schemas.openxmlformats.org/drawingml/2006/main" id="377" idx="1"/>
          </p:cNvCxnSpPr>
          <p:nvPr/>
        </p:nvCxnSpPr>
        <p:spPr>
          <a:xfrm xmlns:a="http://schemas.openxmlformats.org/drawingml/2006/main" flipV="1">
            <a:off x="5305425" y="2757488"/>
            <a:ext cx="771525" cy="428625"/>
          </a:xfrm>
          <a:prstGeom xmlns:a="http://schemas.openxmlformats.org/drawingml/2006/main" prst="straightConnector1">
            <a:avLst/>
          </a:prstGeom>
          <a:ln xmlns:a="http://schemas.openxmlformats.org/drawingml/2006/main" w="11430">
            <a:solidFill>
              <a:srgbClr val="91ABB8"/>
            </a:solidFill>
            <a:prstDash val="solid"/>
          </a:ln>
        </p:spPr>
      </p:cxnSp>
      <p:sp>
        <p:nvSpPr>
          <p:cNvPr id="379" name="">
            <a:extLst xmlns:a="http://schemas.openxmlformats.org/drawingml/2006/main">
              <a:ext uri="{FF2B5EF4-FFF2-40B4-BE49-F238E27FC236}">
                <a16:creationId xmlns:a16="http://schemas.microsoft.com/office/drawing/2014/main" id="{20FB9FC7-200F-4800-977C-9D7FF1CEE4AE}"/>
              </a:ext>
            </a:extLst>
          </p:cNvPr>
          <p:cNvSpPr>
            <a:spLocks xmlns:a="http://schemas.openxmlformats.org/drawingml/2006/main" noGrp="1"/>
          </p:cNvSpPr>
          <p:nvPr/>
        </p:nvSpPr>
        <p:spPr>
          <a:xfrm xmlns:a="http://schemas.openxmlformats.org/drawingml/2006/main">
            <a:off x="5295900" y="3181350"/>
            <a:ext cx="9525" cy="9525"/>
          </a:xfrm>
          <a:prstGeom xmlns:a="http://schemas.openxmlformats.org/drawingml/2006/main" prst="rect">
            <a:avLst/>
          </a:prstGeom>
          <a:ln xmlns:a="http://schemas.openxmlformats.org/drawingml/2006/main" w="0">
            <a:prstDash val="solid"/>
          </a:ln>
        </p:spPr>
      </p:sp>
      <p:sp>
        <p:nvSpPr>
          <p:cNvPr id="380" name="">
            <a:extLst xmlns:a="http://schemas.openxmlformats.org/drawingml/2006/main">
              <a:ext uri="{FF2B5EF4-FFF2-40B4-BE49-F238E27FC236}">
                <a16:creationId xmlns:a16="http://schemas.microsoft.com/office/drawing/2014/main" id="{EBC64B4F-84E9-47BD-8A77-932FB0DDBDCF}"/>
              </a:ext>
            </a:extLst>
          </p:cNvPr>
          <p:cNvSpPr>
            <a:spLocks xmlns:a="http://schemas.openxmlformats.org/drawingml/2006/main" noGrp="1"/>
          </p:cNvSpPr>
          <p:nvPr/>
        </p:nvSpPr>
        <p:spPr>
          <a:xfrm xmlns:a="http://schemas.openxmlformats.org/drawingml/2006/main">
            <a:off x="6076950" y="3171825"/>
            <a:ext cx="9525" cy="9525"/>
          </a:xfrm>
          <a:prstGeom xmlns:a="http://schemas.openxmlformats.org/drawingml/2006/main" prst="rect">
            <a:avLst/>
          </a:prstGeom>
          <a:ln xmlns:a="http://schemas.openxmlformats.org/drawingml/2006/main" w="0">
            <a:prstDash val="solid"/>
          </a:ln>
        </p:spPr>
      </p:sp>
      <p:cxnSp>
        <p:nvCxnSpPr>
          <p:cNvPr id="844" name=""/>
          <p:cNvCxnSpPr>
            <a:stCxn xmlns:a="http://schemas.openxmlformats.org/drawingml/2006/main" id="379" idx="3"/>
            <a:endCxn xmlns:a="http://schemas.openxmlformats.org/drawingml/2006/main" id="380" idx="1"/>
          </p:cNvCxnSpPr>
          <p:nvPr/>
        </p:nvCxnSpPr>
        <p:spPr>
          <a:xfrm xmlns:a="http://schemas.openxmlformats.org/drawingml/2006/main" flipV="1">
            <a:off x="5305425" y="3176588"/>
            <a:ext cx="771525" cy="9525"/>
          </a:xfrm>
          <a:prstGeom xmlns:a="http://schemas.openxmlformats.org/drawingml/2006/main" prst="straightConnector1">
            <a:avLst/>
          </a:prstGeom>
          <a:ln xmlns:a="http://schemas.openxmlformats.org/drawingml/2006/main" w="11430">
            <a:solidFill>
              <a:srgbClr val="91ABB8"/>
            </a:solidFill>
            <a:prstDash val="solid"/>
          </a:ln>
        </p:spPr>
      </p:cxnSp>
      <p:sp>
        <p:nvSpPr>
          <p:cNvPr id="382" name="">
            <a:extLst xmlns:a="http://schemas.openxmlformats.org/drawingml/2006/main">
              <a:ext uri="{FF2B5EF4-FFF2-40B4-BE49-F238E27FC236}">
                <a16:creationId xmlns:a16="http://schemas.microsoft.com/office/drawing/2014/main" id="{A0156C95-AB12-483A-803C-53788B200076}"/>
              </a:ext>
            </a:extLst>
          </p:cNvPr>
          <p:cNvSpPr>
            <a:spLocks xmlns:a="http://schemas.openxmlformats.org/drawingml/2006/main" noGrp="1"/>
          </p:cNvSpPr>
          <p:nvPr/>
        </p:nvSpPr>
        <p:spPr>
          <a:xfrm xmlns:a="http://schemas.openxmlformats.org/drawingml/2006/main">
            <a:off x="5295900" y="3181350"/>
            <a:ext cx="9525" cy="9525"/>
          </a:xfrm>
          <a:prstGeom xmlns:a="http://schemas.openxmlformats.org/drawingml/2006/main" prst="rect">
            <a:avLst/>
          </a:prstGeom>
          <a:ln xmlns:a="http://schemas.openxmlformats.org/drawingml/2006/main" w="0">
            <a:prstDash val="solid"/>
          </a:ln>
        </p:spPr>
      </p:sp>
      <p:sp>
        <p:nvSpPr>
          <p:cNvPr id="383" name="">
            <a:extLst xmlns:a="http://schemas.openxmlformats.org/drawingml/2006/main">
              <a:ext uri="{FF2B5EF4-FFF2-40B4-BE49-F238E27FC236}">
                <a16:creationId xmlns:a16="http://schemas.microsoft.com/office/drawing/2014/main" id="{6494267A-E164-4C83-9886-388D59494D55}"/>
              </a:ext>
            </a:extLst>
          </p:cNvPr>
          <p:cNvSpPr>
            <a:spLocks xmlns:a="http://schemas.openxmlformats.org/drawingml/2006/main" noGrp="1"/>
          </p:cNvSpPr>
          <p:nvPr/>
        </p:nvSpPr>
        <p:spPr>
          <a:xfrm xmlns:a="http://schemas.openxmlformats.org/drawingml/2006/main">
            <a:off x="6076950" y="3590925"/>
            <a:ext cx="9525" cy="9525"/>
          </a:xfrm>
          <a:prstGeom xmlns:a="http://schemas.openxmlformats.org/drawingml/2006/main" prst="rect">
            <a:avLst/>
          </a:prstGeom>
          <a:ln xmlns:a="http://schemas.openxmlformats.org/drawingml/2006/main" w="0">
            <a:prstDash val="solid"/>
          </a:ln>
        </p:spPr>
      </p:sp>
      <p:cxnSp>
        <p:nvCxnSpPr>
          <p:cNvPr id="847" name=""/>
          <p:cNvCxnSpPr>
            <a:stCxn xmlns:a="http://schemas.openxmlformats.org/drawingml/2006/main" id="382" idx="3"/>
            <a:endCxn xmlns:a="http://schemas.openxmlformats.org/drawingml/2006/main" id="383" idx="1"/>
          </p:cNvCxnSpPr>
          <p:nvPr/>
        </p:nvCxnSpPr>
        <p:spPr>
          <a:xfrm xmlns:a="http://schemas.openxmlformats.org/drawingml/2006/main">
            <a:off x="5305425" y="3186113"/>
            <a:ext cx="771525" cy="409575"/>
          </a:xfrm>
          <a:prstGeom xmlns:a="http://schemas.openxmlformats.org/drawingml/2006/main" prst="straightConnector1">
            <a:avLst/>
          </a:prstGeom>
          <a:ln xmlns:a="http://schemas.openxmlformats.org/drawingml/2006/main" w="11430">
            <a:solidFill>
              <a:srgbClr val="91ABB8"/>
            </a:solidFill>
            <a:prstDash val="solid"/>
          </a:ln>
        </p:spPr>
      </p:cxnSp>
      <p:sp>
        <p:nvSpPr>
          <p:cNvPr id="385" name="">
            <a:extLst xmlns:a="http://schemas.openxmlformats.org/drawingml/2006/main">
              <a:ext uri="{FF2B5EF4-FFF2-40B4-BE49-F238E27FC236}">
                <a16:creationId xmlns:a16="http://schemas.microsoft.com/office/drawing/2014/main" id="{9EBE070C-7878-4BDF-851F-2021B72B7ABA}"/>
              </a:ext>
            </a:extLst>
          </p:cNvPr>
          <p:cNvSpPr>
            <a:spLocks xmlns:a="http://schemas.openxmlformats.org/drawingml/2006/main" noGrp="1"/>
          </p:cNvSpPr>
          <p:nvPr/>
        </p:nvSpPr>
        <p:spPr>
          <a:xfrm xmlns:a="http://schemas.openxmlformats.org/drawingml/2006/main">
            <a:off x="5295900" y="3181350"/>
            <a:ext cx="9525" cy="9525"/>
          </a:xfrm>
          <a:prstGeom xmlns:a="http://schemas.openxmlformats.org/drawingml/2006/main" prst="rect">
            <a:avLst/>
          </a:prstGeom>
          <a:ln xmlns:a="http://schemas.openxmlformats.org/drawingml/2006/main" w="0">
            <a:prstDash val="solid"/>
          </a:ln>
        </p:spPr>
      </p:sp>
      <p:sp>
        <p:nvSpPr>
          <p:cNvPr id="386" name="">
            <a:extLst xmlns:a="http://schemas.openxmlformats.org/drawingml/2006/main">
              <a:ext uri="{FF2B5EF4-FFF2-40B4-BE49-F238E27FC236}">
                <a16:creationId xmlns:a16="http://schemas.microsoft.com/office/drawing/2014/main" id="{C58AF9C4-C3EB-4C18-BC6E-CB659F027969}"/>
              </a:ext>
            </a:extLst>
          </p:cNvPr>
          <p:cNvSpPr>
            <a:spLocks xmlns:a="http://schemas.openxmlformats.org/drawingml/2006/main" noGrp="1"/>
          </p:cNvSpPr>
          <p:nvPr/>
        </p:nvSpPr>
        <p:spPr>
          <a:xfrm xmlns:a="http://schemas.openxmlformats.org/drawingml/2006/main">
            <a:off x="6076950" y="4010025"/>
            <a:ext cx="9525" cy="9525"/>
          </a:xfrm>
          <a:prstGeom xmlns:a="http://schemas.openxmlformats.org/drawingml/2006/main" prst="rect">
            <a:avLst/>
          </a:prstGeom>
          <a:ln xmlns:a="http://schemas.openxmlformats.org/drawingml/2006/main" w="0">
            <a:prstDash val="solid"/>
          </a:ln>
        </p:spPr>
      </p:sp>
      <p:cxnSp>
        <p:nvCxnSpPr>
          <p:cNvPr id="850" name=""/>
          <p:cNvCxnSpPr>
            <a:stCxn xmlns:a="http://schemas.openxmlformats.org/drawingml/2006/main" id="385" idx="2"/>
            <a:endCxn xmlns:a="http://schemas.openxmlformats.org/drawingml/2006/main" id="386" idx="0"/>
          </p:cNvCxnSpPr>
          <p:nvPr/>
        </p:nvCxnSpPr>
        <p:spPr>
          <a:xfrm xmlns:a="http://schemas.openxmlformats.org/drawingml/2006/main">
            <a:off x="5300663" y="3190875"/>
            <a:ext cx="781050" cy="819150"/>
          </a:xfrm>
          <a:prstGeom xmlns:a="http://schemas.openxmlformats.org/drawingml/2006/main" prst="straightConnector1">
            <a:avLst/>
          </a:prstGeom>
          <a:ln xmlns:a="http://schemas.openxmlformats.org/drawingml/2006/main" w="11430">
            <a:solidFill>
              <a:srgbClr val="91ABB8"/>
            </a:solidFill>
            <a:prstDash val="solid"/>
          </a:ln>
        </p:spPr>
      </p:cxnSp>
      <p:sp>
        <p:nvSpPr>
          <p:cNvPr id="388" name="">
            <a:extLst xmlns:a="http://schemas.openxmlformats.org/drawingml/2006/main">
              <a:ext uri="{FF2B5EF4-FFF2-40B4-BE49-F238E27FC236}">
                <a16:creationId xmlns:a16="http://schemas.microsoft.com/office/drawing/2014/main" id="{2FA60078-0B6C-4D30-B782-00810B9EDAFC}"/>
              </a:ext>
            </a:extLst>
          </p:cNvPr>
          <p:cNvSpPr>
            <a:spLocks xmlns:a="http://schemas.openxmlformats.org/drawingml/2006/main" noGrp="1"/>
          </p:cNvSpPr>
          <p:nvPr/>
        </p:nvSpPr>
        <p:spPr>
          <a:xfrm xmlns:a="http://schemas.openxmlformats.org/drawingml/2006/main">
            <a:off x="5295900" y="3581400"/>
            <a:ext cx="9525" cy="9525"/>
          </a:xfrm>
          <a:prstGeom xmlns:a="http://schemas.openxmlformats.org/drawingml/2006/main" prst="rect">
            <a:avLst/>
          </a:prstGeom>
          <a:ln xmlns:a="http://schemas.openxmlformats.org/drawingml/2006/main" w="0">
            <a:prstDash val="solid"/>
          </a:ln>
        </p:spPr>
      </p:sp>
      <p:sp>
        <p:nvSpPr>
          <p:cNvPr id="389" name="">
            <a:extLst xmlns:a="http://schemas.openxmlformats.org/drawingml/2006/main">
              <a:ext uri="{FF2B5EF4-FFF2-40B4-BE49-F238E27FC236}">
                <a16:creationId xmlns:a16="http://schemas.microsoft.com/office/drawing/2014/main" id="{CF0686DE-4E6E-4355-9CE4-D89FD116570B}"/>
              </a:ext>
            </a:extLst>
          </p:cNvPr>
          <p:cNvSpPr>
            <a:spLocks xmlns:a="http://schemas.openxmlformats.org/drawingml/2006/main" noGrp="1"/>
          </p:cNvSpPr>
          <p:nvPr/>
        </p:nvSpPr>
        <p:spPr>
          <a:xfrm xmlns:a="http://schemas.openxmlformats.org/drawingml/2006/main">
            <a:off x="6076950" y="2752725"/>
            <a:ext cx="9525" cy="9525"/>
          </a:xfrm>
          <a:prstGeom xmlns:a="http://schemas.openxmlformats.org/drawingml/2006/main" prst="rect">
            <a:avLst/>
          </a:prstGeom>
          <a:ln xmlns:a="http://schemas.openxmlformats.org/drawingml/2006/main" w="0">
            <a:prstDash val="solid"/>
          </a:ln>
        </p:spPr>
      </p:sp>
      <p:cxnSp>
        <p:nvCxnSpPr>
          <p:cNvPr id="853" name=""/>
          <p:cNvCxnSpPr>
            <a:stCxn xmlns:a="http://schemas.openxmlformats.org/drawingml/2006/main" id="388" idx="0"/>
            <a:endCxn xmlns:a="http://schemas.openxmlformats.org/drawingml/2006/main" id="389" idx="2"/>
          </p:cNvCxnSpPr>
          <p:nvPr/>
        </p:nvCxnSpPr>
        <p:spPr>
          <a:xfrm xmlns:a="http://schemas.openxmlformats.org/drawingml/2006/main" flipV="1">
            <a:off x="5300663" y="2762250"/>
            <a:ext cx="781050" cy="819150"/>
          </a:xfrm>
          <a:prstGeom xmlns:a="http://schemas.openxmlformats.org/drawingml/2006/main" prst="straightConnector1">
            <a:avLst/>
          </a:prstGeom>
          <a:ln xmlns:a="http://schemas.openxmlformats.org/drawingml/2006/main" w="11430">
            <a:solidFill>
              <a:srgbClr val="91ABB8"/>
            </a:solidFill>
            <a:prstDash val="solid"/>
          </a:ln>
        </p:spPr>
      </p:cxnSp>
      <p:sp>
        <p:nvSpPr>
          <p:cNvPr id="391" name="">
            <a:extLst xmlns:a="http://schemas.openxmlformats.org/drawingml/2006/main">
              <a:ext uri="{FF2B5EF4-FFF2-40B4-BE49-F238E27FC236}">
                <a16:creationId xmlns:a16="http://schemas.microsoft.com/office/drawing/2014/main" id="{DEEC0635-E34C-4EDA-9237-76B89A211F81}"/>
              </a:ext>
            </a:extLst>
          </p:cNvPr>
          <p:cNvSpPr>
            <a:spLocks xmlns:a="http://schemas.openxmlformats.org/drawingml/2006/main" noGrp="1"/>
          </p:cNvSpPr>
          <p:nvPr/>
        </p:nvSpPr>
        <p:spPr>
          <a:xfrm xmlns:a="http://schemas.openxmlformats.org/drawingml/2006/main">
            <a:off x="5295900" y="3581400"/>
            <a:ext cx="9525" cy="9525"/>
          </a:xfrm>
          <a:prstGeom xmlns:a="http://schemas.openxmlformats.org/drawingml/2006/main" prst="rect">
            <a:avLst/>
          </a:prstGeom>
          <a:ln xmlns:a="http://schemas.openxmlformats.org/drawingml/2006/main" w="0">
            <a:prstDash val="solid"/>
          </a:ln>
        </p:spPr>
      </p:sp>
      <p:sp>
        <p:nvSpPr>
          <p:cNvPr id="392" name="">
            <a:extLst xmlns:a="http://schemas.openxmlformats.org/drawingml/2006/main">
              <a:ext uri="{FF2B5EF4-FFF2-40B4-BE49-F238E27FC236}">
                <a16:creationId xmlns:a16="http://schemas.microsoft.com/office/drawing/2014/main" id="{2552897A-C2EE-4299-B261-93F6C22B6A17}"/>
              </a:ext>
            </a:extLst>
          </p:cNvPr>
          <p:cNvSpPr>
            <a:spLocks xmlns:a="http://schemas.openxmlformats.org/drawingml/2006/main" noGrp="1"/>
          </p:cNvSpPr>
          <p:nvPr/>
        </p:nvSpPr>
        <p:spPr>
          <a:xfrm xmlns:a="http://schemas.openxmlformats.org/drawingml/2006/main">
            <a:off x="6076950" y="3171825"/>
            <a:ext cx="9525" cy="9525"/>
          </a:xfrm>
          <a:prstGeom xmlns:a="http://schemas.openxmlformats.org/drawingml/2006/main" prst="rect">
            <a:avLst/>
          </a:prstGeom>
          <a:ln xmlns:a="http://schemas.openxmlformats.org/drawingml/2006/main" w="0">
            <a:prstDash val="solid"/>
          </a:ln>
        </p:spPr>
      </p:sp>
      <p:cxnSp>
        <p:nvCxnSpPr>
          <p:cNvPr id="856" name=""/>
          <p:cNvCxnSpPr>
            <a:stCxn xmlns:a="http://schemas.openxmlformats.org/drawingml/2006/main" id="391" idx="3"/>
            <a:endCxn xmlns:a="http://schemas.openxmlformats.org/drawingml/2006/main" id="392" idx="1"/>
          </p:cNvCxnSpPr>
          <p:nvPr/>
        </p:nvCxnSpPr>
        <p:spPr>
          <a:xfrm xmlns:a="http://schemas.openxmlformats.org/drawingml/2006/main" flipV="1">
            <a:off x="5305425" y="3176588"/>
            <a:ext cx="771525" cy="409575"/>
          </a:xfrm>
          <a:prstGeom xmlns:a="http://schemas.openxmlformats.org/drawingml/2006/main" prst="straightConnector1">
            <a:avLst/>
          </a:prstGeom>
          <a:ln xmlns:a="http://schemas.openxmlformats.org/drawingml/2006/main" w="11430">
            <a:solidFill>
              <a:srgbClr val="91ABB8"/>
            </a:solidFill>
            <a:prstDash val="solid"/>
          </a:ln>
        </p:spPr>
      </p:cxnSp>
      <p:sp>
        <p:nvSpPr>
          <p:cNvPr id="394" name="">
            <a:extLst xmlns:a="http://schemas.openxmlformats.org/drawingml/2006/main">
              <a:ext uri="{FF2B5EF4-FFF2-40B4-BE49-F238E27FC236}">
                <a16:creationId xmlns:a16="http://schemas.microsoft.com/office/drawing/2014/main" id="{5DBC6194-4F2C-430F-80AE-49ADF4A5690F}"/>
              </a:ext>
            </a:extLst>
          </p:cNvPr>
          <p:cNvSpPr>
            <a:spLocks xmlns:a="http://schemas.openxmlformats.org/drawingml/2006/main" noGrp="1"/>
          </p:cNvSpPr>
          <p:nvPr/>
        </p:nvSpPr>
        <p:spPr>
          <a:xfrm xmlns:a="http://schemas.openxmlformats.org/drawingml/2006/main">
            <a:off x="5295900" y="3581400"/>
            <a:ext cx="9525" cy="9525"/>
          </a:xfrm>
          <a:prstGeom xmlns:a="http://schemas.openxmlformats.org/drawingml/2006/main" prst="rect">
            <a:avLst/>
          </a:prstGeom>
          <a:ln xmlns:a="http://schemas.openxmlformats.org/drawingml/2006/main" w="0">
            <a:prstDash val="solid"/>
          </a:ln>
        </p:spPr>
      </p:sp>
      <p:sp>
        <p:nvSpPr>
          <p:cNvPr id="395" name="">
            <a:extLst xmlns:a="http://schemas.openxmlformats.org/drawingml/2006/main">
              <a:ext uri="{FF2B5EF4-FFF2-40B4-BE49-F238E27FC236}">
                <a16:creationId xmlns:a16="http://schemas.microsoft.com/office/drawing/2014/main" id="{4A5369AE-370D-4D28-BD1D-1D27B8992B07}"/>
              </a:ext>
            </a:extLst>
          </p:cNvPr>
          <p:cNvSpPr>
            <a:spLocks xmlns:a="http://schemas.openxmlformats.org/drawingml/2006/main" noGrp="1"/>
          </p:cNvSpPr>
          <p:nvPr/>
        </p:nvSpPr>
        <p:spPr>
          <a:xfrm xmlns:a="http://schemas.openxmlformats.org/drawingml/2006/main">
            <a:off x="6076950" y="3590925"/>
            <a:ext cx="9525" cy="9525"/>
          </a:xfrm>
          <a:prstGeom xmlns:a="http://schemas.openxmlformats.org/drawingml/2006/main" prst="rect">
            <a:avLst/>
          </a:prstGeom>
          <a:ln xmlns:a="http://schemas.openxmlformats.org/drawingml/2006/main" w="0">
            <a:prstDash val="solid"/>
          </a:ln>
        </p:spPr>
      </p:sp>
      <p:cxnSp>
        <p:nvCxnSpPr>
          <p:cNvPr id="859" name=""/>
          <p:cNvCxnSpPr>
            <a:stCxn xmlns:a="http://schemas.openxmlformats.org/drawingml/2006/main" id="394" idx="3"/>
            <a:endCxn xmlns:a="http://schemas.openxmlformats.org/drawingml/2006/main" id="395" idx="1"/>
          </p:cNvCxnSpPr>
          <p:nvPr/>
        </p:nvCxnSpPr>
        <p:spPr>
          <a:xfrm xmlns:a="http://schemas.openxmlformats.org/drawingml/2006/main">
            <a:off x="5305425" y="3586163"/>
            <a:ext cx="771525" cy="9525"/>
          </a:xfrm>
          <a:prstGeom xmlns:a="http://schemas.openxmlformats.org/drawingml/2006/main" prst="straightConnector1">
            <a:avLst/>
          </a:prstGeom>
          <a:ln xmlns:a="http://schemas.openxmlformats.org/drawingml/2006/main" w="11430">
            <a:solidFill>
              <a:srgbClr val="91ABB8"/>
            </a:solidFill>
            <a:prstDash val="solid"/>
          </a:ln>
        </p:spPr>
      </p:cxnSp>
      <p:sp>
        <p:nvSpPr>
          <p:cNvPr id="397" name="">
            <a:extLst xmlns:a="http://schemas.openxmlformats.org/drawingml/2006/main">
              <a:ext uri="{FF2B5EF4-FFF2-40B4-BE49-F238E27FC236}">
                <a16:creationId xmlns:a16="http://schemas.microsoft.com/office/drawing/2014/main" id="{10607624-B81A-43B7-B0B7-B957FBF86E10}"/>
              </a:ext>
            </a:extLst>
          </p:cNvPr>
          <p:cNvSpPr>
            <a:spLocks xmlns:a="http://schemas.openxmlformats.org/drawingml/2006/main" noGrp="1"/>
          </p:cNvSpPr>
          <p:nvPr/>
        </p:nvSpPr>
        <p:spPr>
          <a:xfrm xmlns:a="http://schemas.openxmlformats.org/drawingml/2006/main">
            <a:off x="5295900" y="3581400"/>
            <a:ext cx="9525" cy="9525"/>
          </a:xfrm>
          <a:prstGeom xmlns:a="http://schemas.openxmlformats.org/drawingml/2006/main" prst="rect">
            <a:avLst/>
          </a:prstGeom>
          <a:ln xmlns:a="http://schemas.openxmlformats.org/drawingml/2006/main" w="0">
            <a:prstDash val="solid"/>
          </a:ln>
        </p:spPr>
      </p:sp>
      <p:sp>
        <p:nvSpPr>
          <p:cNvPr id="398" name="">
            <a:extLst xmlns:a="http://schemas.openxmlformats.org/drawingml/2006/main">
              <a:ext uri="{FF2B5EF4-FFF2-40B4-BE49-F238E27FC236}">
                <a16:creationId xmlns:a16="http://schemas.microsoft.com/office/drawing/2014/main" id="{78A0F871-22D5-4089-95F1-68F5B89C0FF8}"/>
              </a:ext>
            </a:extLst>
          </p:cNvPr>
          <p:cNvSpPr>
            <a:spLocks xmlns:a="http://schemas.openxmlformats.org/drawingml/2006/main" noGrp="1"/>
          </p:cNvSpPr>
          <p:nvPr/>
        </p:nvSpPr>
        <p:spPr>
          <a:xfrm xmlns:a="http://schemas.openxmlformats.org/drawingml/2006/main">
            <a:off x="6076950" y="4010025"/>
            <a:ext cx="9525" cy="9525"/>
          </a:xfrm>
          <a:prstGeom xmlns:a="http://schemas.openxmlformats.org/drawingml/2006/main" prst="rect">
            <a:avLst/>
          </a:prstGeom>
          <a:ln xmlns:a="http://schemas.openxmlformats.org/drawingml/2006/main" w="0">
            <a:prstDash val="solid"/>
          </a:ln>
        </p:spPr>
      </p:sp>
      <p:cxnSp>
        <p:nvCxnSpPr>
          <p:cNvPr id="862" name=""/>
          <p:cNvCxnSpPr>
            <a:stCxn xmlns:a="http://schemas.openxmlformats.org/drawingml/2006/main" id="397" idx="3"/>
            <a:endCxn xmlns:a="http://schemas.openxmlformats.org/drawingml/2006/main" id="398" idx="1"/>
          </p:cNvCxnSpPr>
          <p:nvPr/>
        </p:nvCxnSpPr>
        <p:spPr>
          <a:xfrm xmlns:a="http://schemas.openxmlformats.org/drawingml/2006/main">
            <a:off x="5305425" y="3586163"/>
            <a:ext cx="771525" cy="428625"/>
          </a:xfrm>
          <a:prstGeom xmlns:a="http://schemas.openxmlformats.org/drawingml/2006/main" prst="straightConnector1">
            <a:avLst/>
          </a:prstGeom>
          <a:ln xmlns:a="http://schemas.openxmlformats.org/drawingml/2006/main" w="11430">
            <a:solidFill>
              <a:srgbClr val="91ABB8"/>
            </a:solidFill>
            <a:prstDash val="solid"/>
          </a:ln>
        </p:spPr>
      </p:cxnSp>
      <p:sp>
        <p:nvSpPr>
          <p:cNvPr id="400" name="">
            <a:extLst xmlns:a="http://schemas.openxmlformats.org/drawingml/2006/main">
              <a:ext uri="{FF2B5EF4-FFF2-40B4-BE49-F238E27FC236}">
                <a16:creationId xmlns:a16="http://schemas.microsoft.com/office/drawing/2014/main" id="{0C5AA28F-844D-4E8F-B361-469FB85052A2}"/>
              </a:ext>
            </a:extLst>
          </p:cNvPr>
          <p:cNvSpPr>
            <a:spLocks xmlns:a="http://schemas.openxmlformats.org/drawingml/2006/main" noGrp="1"/>
          </p:cNvSpPr>
          <p:nvPr/>
        </p:nvSpPr>
        <p:spPr>
          <a:xfrm xmlns:a="http://schemas.openxmlformats.org/drawingml/2006/main">
            <a:off x="5295900" y="3981450"/>
            <a:ext cx="9525" cy="9525"/>
          </a:xfrm>
          <a:prstGeom xmlns:a="http://schemas.openxmlformats.org/drawingml/2006/main" prst="rect">
            <a:avLst/>
          </a:prstGeom>
          <a:ln xmlns:a="http://schemas.openxmlformats.org/drawingml/2006/main" w="0">
            <a:prstDash val="solid"/>
          </a:ln>
        </p:spPr>
      </p:sp>
      <p:sp>
        <p:nvSpPr>
          <p:cNvPr id="401" name="">
            <a:extLst xmlns:a="http://schemas.openxmlformats.org/drawingml/2006/main">
              <a:ext uri="{FF2B5EF4-FFF2-40B4-BE49-F238E27FC236}">
                <a16:creationId xmlns:a16="http://schemas.microsoft.com/office/drawing/2014/main" id="{02327118-B67B-4845-BC51-2F8107599976}"/>
              </a:ext>
            </a:extLst>
          </p:cNvPr>
          <p:cNvSpPr>
            <a:spLocks xmlns:a="http://schemas.openxmlformats.org/drawingml/2006/main" noGrp="1"/>
          </p:cNvSpPr>
          <p:nvPr/>
        </p:nvSpPr>
        <p:spPr>
          <a:xfrm xmlns:a="http://schemas.openxmlformats.org/drawingml/2006/main">
            <a:off x="6076950" y="2752725"/>
            <a:ext cx="9525" cy="9525"/>
          </a:xfrm>
          <a:prstGeom xmlns:a="http://schemas.openxmlformats.org/drawingml/2006/main" prst="rect">
            <a:avLst/>
          </a:prstGeom>
          <a:ln xmlns:a="http://schemas.openxmlformats.org/drawingml/2006/main" w="0">
            <a:prstDash val="solid"/>
          </a:ln>
        </p:spPr>
      </p:sp>
      <p:cxnSp>
        <p:nvCxnSpPr>
          <p:cNvPr id="865" name=""/>
          <p:cNvCxnSpPr>
            <a:stCxn xmlns:a="http://schemas.openxmlformats.org/drawingml/2006/main" id="400" idx="0"/>
            <a:endCxn xmlns:a="http://schemas.openxmlformats.org/drawingml/2006/main" id="401" idx="2"/>
          </p:cNvCxnSpPr>
          <p:nvPr/>
        </p:nvCxnSpPr>
        <p:spPr>
          <a:xfrm xmlns:a="http://schemas.openxmlformats.org/drawingml/2006/main" flipV="1">
            <a:off x="5300663" y="2762250"/>
            <a:ext cx="781050" cy="1219200"/>
          </a:xfrm>
          <a:prstGeom xmlns:a="http://schemas.openxmlformats.org/drawingml/2006/main" prst="straightConnector1">
            <a:avLst/>
          </a:prstGeom>
          <a:ln xmlns:a="http://schemas.openxmlformats.org/drawingml/2006/main" w="11430">
            <a:solidFill>
              <a:srgbClr val="91ABB8"/>
            </a:solidFill>
            <a:prstDash val="solid"/>
          </a:ln>
        </p:spPr>
      </p:cxnSp>
      <p:sp>
        <p:nvSpPr>
          <p:cNvPr id="403" name="">
            <a:extLst xmlns:a="http://schemas.openxmlformats.org/drawingml/2006/main">
              <a:ext uri="{FF2B5EF4-FFF2-40B4-BE49-F238E27FC236}">
                <a16:creationId xmlns:a16="http://schemas.microsoft.com/office/drawing/2014/main" id="{F9C8FC9E-3C7B-449D-8FF1-2A13E9DEE8B5}"/>
              </a:ext>
            </a:extLst>
          </p:cNvPr>
          <p:cNvSpPr>
            <a:spLocks xmlns:a="http://schemas.openxmlformats.org/drawingml/2006/main" noGrp="1"/>
          </p:cNvSpPr>
          <p:nvPr/>
        </p:nvSpPr>
        <p:spPr>
          <a:xfrm xmlns:a="http://schemas.openxmlformats.org/drawingml/2006/main">
            <a:off x="5295900" y="3981450"/>
            <a:ext cx="9525" cy="9525"/>
          </a:xfrm>
          <a:prstGeom xmlns:a="http://schemas.openxmlformats.org/drawingml/2006/main" prst="rect">
            <a:avLst/>
          </a:prstGeom>
          <a:ln xmlns:a="http://schemas.openxmlformats.org/drawingml/2006/main" w="0">
            <a:prstDash val="solid"/>
          </a:ln>
        </p:spPr>
      </p:sp>
      <p:sp>
        <p:nvSpPr>
          <p:cNvPr id="404" name="">
            <a:extLst xmlns:a="http://schemas.openxmlformats.org/drawingml/2006/main">
              <a:ext uri="{FF2B5EF4-FFF2-40B4-BE49-F238E27FC236}">
                <a16:creationId xmlns:a16="http://schemas.microsoft.com/office/drawing/2014/main" id="{ECA5E414-1A83-49A8-98F0-4BDE1BF686C5}"/>
              </a:ext>
            </a:extLst>
          </p:cNvPr>
          <p:cNvSpPr>
            <a:spLocks xmlns:a="http://schemas.openxmlformats.org/drawingml/2006/main" noGrp="1"/>
          </p:cNvSpPr>
          <p:nvPr/>
        </p:nvSpPr>
        <p:spPr>
          <a:xfrm xmlns:a="http://schemas.openxmlformats.org/drawingml/2006/main">
            <a:off x="6076950" y="3171825"/>
            <a:ext cx="9525" cy="9525"/>
          </a:xfrm>
          <a:prstGeom xmlns:a="http://schemas.openxmlformats.org/drawingml/2006/main" prst="rect">
            <a:avLst/>
          </a:prstGeom>
          <a:ln xmlns:a="http://schemas.openxmlformats.org/drawingml/2006/main" w="0">
            <a:prstDash val="solid"/>
          </a:ln>
        </p:spPr>
      </p:sp>
      <p:cxnSp>
        <p:nvCxnSpPr>
          <p:cNvPr id="868" name=""/>
          <p:cNvCxnSpPr>
            <a:stCxn xmlns:a="http://schemas.openxmlformats.org/drawingml/2006/main" id="403" idx="0"/>
            <a:endCxn xmlns:a="http://schemas.openxmlformats.org/drawingml/2006/main" id="404" idx="2"/>
          </p:cNvCxnSpPr>
          <p:nvPr/>
        </p:nvCxnSpPr>
        <p:spPr>
          <a:xfrm xmlns:a="http://schemas.openxmlformats.org/drawingml/2006/main" flipV="1">
            <a:off x="5300663" y="3181350"/>
            <a:ext cx="781050" cy="800100"/>
          </a:xfrm>
          <a:prstGeom xmlns:a="http://schemas.openxmlformats.org/drawingml/2006/main" prst="straightConnector1">
            <a:avLst/>
          </a:prstGeom>
          <a:ln xmlns:a="http://schemas.openxmlformats.org/drawingml/2006/main" w="11430">
            <a:solidFill>
              <a:srgbClr val="91ABB8"/>
            </a:solidFill>
            <a:prstDash val="solid"/>
          </a:ln>
        </p:spPr>
      </p:cxnSp>
      <p:sp>
        <p:nvSpPr>
          <p:cNvPr id="406" name="">
            <a:extLst xmlns:a="http://schemas.openxmlformats.org/drawingml/2006/main">
              <a:ext uri="{FF2B5EF4-FFF2-40B4-BE49-F238E27FC236}">
                <a16:creationId xmlns:a16="http://schemas.microsoft.com/office/drawing/2014/main" id="{DE1F70AE-6CA4-4768-82B8-EE2D6144E0C9}"/>
              </a:ext>
            </a:extLst>
          </p:cNvPr>
          <p:cNvSpPr>
            <a:spLocks xmlns:a="http://schemas.openxmlformats.org/drawingml/2006/main" noGrp="1"/>
          </p:cNvSpPr>
          <p:nvPr/>
        </p:nvSpPr>
        <p:spPr>
          <a:xfrm xmlns:a="http://schemas.openxmlformats.org/drawingml/2006/main">
            <a:off x="5295900" y="3981450"/>
            <a:ext cx="9525" cy="9525"/>
          </a:xfrm>
          <a:prstGeom xmlns:a="http://schemas.openxmlformats.org/drawingml/2006/main" prst="rect">
            <a:avLst/>
          </a:prstGeom>
          <a:ln xmlns:a="http://schemas.openxmlformats.org/drawingml/2006/main" w="0">
            <a:prstDash val="solid"/>
          </a:ln>
        </p:spPr>
      </p:sp>
      <p:sp>
        <p:nvSpPr>
          <p:cNvPr id="407" name="">
            <a:extLst xmlns:a="http://schemas.openxmlformats.org/drawingml/2006/main">
              <a:ext uri="{FF2B5EF4-FFF2-40B4-BE49-F238E27FC236}">
                <a16:creationId xmlns:a16="http://schemas.microsoft.com/office/drawing/2014/main" id="{06E76877-384D-4F78-BD94-1DA68BBAD6D7}"/>
              </a:ext>
            </a:extLst>
          </p:cNvPr>
          <p:cNvSpPr>
            <a:spLocks xmlns:a="http://schemas.openxmlformats.org/drawingml/2006/main" noGrp="1"/>
          </p:cNvSpPr>
          <p:nvPr/>
        </p:nvSpPr>
        <p:spPr>
          <a:xfrm xmlns:a="http://schemas.openxmlformats.org/drawingml/2006/main">
            <a:off x="6076950" y="3590925"/>
            <a:ext cx="9525" cy="9525"/>
          </a:xfrm>
          <a:prstGeom xmlns:a="http://schemas.openxmlformats.org/drawingml/2006/main" prst="rect">
            <a:avLst/>
          </a:prstGeom>
          <a:ln xmlns:a="http://schemas.openxmlformats.org/drawingml/2006/main" w="0">
            <a:prstDash val="solid"/>
          </a:ln>
        </p:spPr>
      </p:sp>
      <p:cxnSp>
        <p:nvCxnSpPr>
          <p:cNvPr id="871" name=""/>
          <p:cNvCxnSpPr>
            <a:stCxn xmlns:a="http://schemas.openxmlformats.org/drawingml/2006/main" id="406" idx="3"/>
            <a:endCxn xmlns:a="http://schemas.openxmlformats.org/drawingml/2006/main" id="407" idx="1"/>
          </p:cNvCxnSpPr>
          <p:nvPr/>
        </p:nvCxnSpPr>
        <p:spPr>
          <a:xfrm xmlns:a="http://schemas.openxmlformats.org/drawingml/2006/main" flipV="1">
            <a:off x="5305425" y="3595688"/>
            <a:ext cx="771525" cy="390525"/>
          </a:xfrm>
          <a:prstGeom xmlns:a="http://schemas.openxmlformats.org/drawingml/2006/main" prst="straightConnector1">
            <a:avLst/>
          </a:prstGeom>
          <a:ln xmlns:a="http://schemas.openxmlformats.org/drawingml/2006/main" w="11430">
            <a:solidFill>
              <a:srgbClr val="91ABB8"/>
            </a:solidFill>
            <a:prstDash val="solid"/>
          </a:ln>
        </p:spPr>
      </p:cxnSp>
      <p:sp>
        <p:nvSpPr>
          <p:cNvPr id="409" name="">
            <a:extLst xmlns:a="http://schemas.openxmlformats.org/drawingml/2006/main">
              <a:ext uri="{FF2B5EF4-FFF2-40B4-BE49-F238E27FC236}">
                <a16:creationId xmlns:a16="http://schemas.microsoft.com/office/drawing/2014/main" id="{7A5D205B-50AB-49E9-A6B0-E41BC6E82BA7}"/>
              </a:ext>
            </a:extLst>
          </p:cNvPr>
          <p:cNvSpPr>
            <a:spLocks xmlns:a="http://schemas.openxmlformats.org/drawingml/2006/main" noGrp="1"/>
          </p:cNvSpPr>
          <p:nvPr/>
        </p:nvSpPr>
        <p:spPr>
          <a:xfrm xmlns:a="http://schemas.openxmlformats.org/drawingml/2006/main">
            <a:off x="5295900" y="3981450"/>
            <a:ext cx="9525" cy="9525"/>
          </a:xfrm>
          <a:prstGeom xmlns:a="http://schemas.openxmlformats.org/drawingml/2006/main" prst="rect">
            <a:avLst/>
          </a:prstGeom>
          <a:ln xmlns:a="http://schemas.openxmlformats.org/drawingml/2006/main" w="0">
            <a:prstDash val="solid"/>
          </a:ln>
        </p:spPr>
      </p:sp>
      <p:sp>
        <p:nvSpPr>
          <p:cNvPr id="410" name="">
            <a:extLst xmlns:a="http://schemas.openxmlformats.org/drawingml/2006/main">
              <a:ext uri="{FF2B5EF4-FFF2-40B4-BE49-F238E27FC236}">
                <a16:creationId xmlns:a16="http://schemas.microsoft.com/office/drawing/2014/main" id="{FF5C0794-369C-4CA8-9704-A84A96397FFB}"/>
              </a:ext>
            </a:extLst>
          </p:cNvPr>
          <p:cNvSpPr>
            <a:spLocks xmlns:a="http://schemas.openxmlformats.org/drawingml/2006/main" noGrp="1"/>
          </p:cNvSpPr>
          <p:nvPr/>
        </p:nvSpPr>
        <p:spPr>
          <a:xfrm xmlns:a="http://schemas.openxmlformats.org/drawingml/2006/main">
            <a:off x="6076950" y="4010025"/>
            <a:ext cx="9525" cy="9525"/>
          </a:xfrm>
          <a:prstGeom xmlns:a="http://schemas.openxmlformats.org/drawingml/2006/main" prst="rect">
            <a:avLst/>
          </a:prstGeom>
          <a:ln xmlns:a="http://schemas.openxmlformats.org/drawingml/2006/main" w="0">
            <a:prstDash val="solid"/>
          </a:ln>
        </p:spPr>
      </p:sp>
      <p:cxnSp>
        <p:nvCxnSpPr>
          <p:cNvPr id="874" name=""/>
          <p:cNvCxnSpPr>
            <a:stCxn xmlns:a="http://schemas.openxmlformats.org/drawingml/2006/main" id="409" idx="3"/>
            <a:endCxn xmlns:a="http://schemas.openxmlformats.org/drawingml/2006/main" id="410" idx="1"/>
          </p:cNvCxnSpPr>
          <p:nvPr/>
        </p:nvCxnSpPr>
        <p:spPr>
          <a:xfrm xmlns:a="http://schemas.openxmlformats.org/drawingml/2006/main">
            <a:off x="5305425" y="3986213"/>
            <a:ext cx="771525" cy="28575"/>
          </a:xfrm>
          <a:prstGeom xmlns:a="http://schemas.openxmlformats.org/drawingml/2006/main" prst="straightConnector1">
            <a:avLst/>
          </a:prstGeom>
          <a:ln xmlns:a="http://schemas.openxmlformats.org/drawingml/2006/main" w="11430">
            <a:solidFill>
              <a:srgbClr val="91ABB8"/>
            </a:solidFill>
            <a:prstDash val="solid"/>
          </a:ln>
        </p:spPr>
      </p:cxnSp>
      <p:sp>
        <p:nvSpPr>
          <p:cNvPr id="412" name="">
            <a:extLst xmlns:a="http://schemas.openxmlformats.org/drawingml/2006/main">
              <a:ext uri="{FF2B5EF4-FFF2-40B4-BE49-F238E27FC236}">
                <a16:creationId xmlns:a16="http://schemas.microsoft.com/office/drawing/2014/main" id="{6A8EDB85-8800-4D72-8975-5D7B68984FB8}"/>
              </a:ext>
            </a:extLst>
          </p:cNvPr>
          <p:cNvSpPr>
            <a:spLocks xmlns:a="http://schemas.openxmlformats.org/drawingml/2006/main" noGrp="1"/>
          </p:cNvSpPr>
          <p:nvPr/>
        </p:nvSpPr>
        <p:spPr>
          <a:xfrm xmlns:a="http://schemas.openxmlformats.org/drawingml/2006/main">
            <a:off x="5295900" y="4381500"/>
            <a:ext cx="9525" cy="9525"/>
          </a:xfrm>
          <a:prstGeom xmlns:a="http://schemas.openxmlformats.org/drawingml/2006/main" prst="rect">
            <a:avLst/>
          </a:prstGeom>
          <a:ln xmlns:a="http://schemas.openxmlformats.org/drawingml/2006/main" w="0">
            <a:prstDash val="solid"/>
          </a:ln>
        </p:spPr>
      </p:sp>
      <p:sp>
        <p:nvSpPr>
          <p:cNvPr id="413" name="">
            <a:extLst xmlns:a="http://schemas.openxmlformats.org/drawingml/2006/main">
              <a:ext uri="{FF2B5EF4-FFF2-40B4-BE49-F238E27FC236}">
                <a16:creationId xmlns:a16="http://schemas.microsoft.com/office/drawing/2014/main" id="{07C73170-2679-44B1-8A80-86968AEEE947}"/>
              </a:ext>
            </a:extLst>
          </p:cNvPr>
          <p:cNvSpPr>
            <a:spLocks xmlns:a="http://schemas.openxmlformats.org/drawingml/2006/main" noGrp="1"/>
          </p:cNvSpPr>
          <p:nvPr/>
        </p:nvSpPr>
        <p:spPr>
          <a:xfrm xmlns:a="http://schemas.openxmlformats.org/drawingml/2006/main">
            <a:off x="6076950" y="2752725"/>
            <a:ext cx="9525" cy="9525"/>
          </a:xfrm>
          <a:prstGeom xmlns:a="http://schemas.openxmlformats.org/drawingml/2006/main" prst="rect">
            <a:avLst/>
          </a:prstGeom>
          <a:ln xmlns:a="http://schemas.openxmlformats.org/drawingml/2006/main" w="0">
            <a:prstDash val="solid"/>
          </a:ln>
        </p:spPr>
      </p:sp>
      <p:cxnSp>
        <p:nvCxnSpPr>
          <p:cNvPr id="877" name=""/>
          <p:cNvCxnSpPr>
            <a:stCxn xmlns:a="http://schemas.openxmlformats.org/drawingml/2006/main" id="412" idx="0"/>
            <a:endCxn xmlns:a="http://schemas.openxmlformats.org/drawingml/2006/main" id="413" idx="2"/>
          </p:cNvCxnSpPr>
          <p:nvPr/>
        </p:nvCxnSpPr>
        <p:spPr>
          <a:xfrm xmlns:a="http://schemas.openxmlformats.org/drawingml/2006/main" flipV="1">
            <a:off x="5300663" y="2762250"/>
            <a:ext cx="781050" cy="1619250"/>
          </a:xfrm>
          <a:prstGeom xmlns:a="http://schemas.openxmlformats.org/drawingml/2006/main" prst="straightConnector1">
            <a:avLst/>
          </a:prstGeom>
          <a:ln xmlns:a="http://schemas.openxmlformats.org/drawingml/2006/main" w="11430">
            <a:solidFill>
              <a:srgbClr val="91ABB8"/>
            </a:solidFill>
            <a:prstDash val="solid"/>
          </a:ln>
        </p:spPr>
      </p:cxnSp>
      <p:sp>
        <p:nvSpPr>
          <p:cNvPr id="415" name="">
            <a:extLst xmlns:a="http://schemas.openxmlformats.org/drawingml/2006/main">
              <a:ext uri="{FF2B5EF4-FFF2-40B4-BE49-F238E27FC236}">
                <a16:creationId xmlns:a16="http://schemas.microsoft.com/office/drawing/2014/main" id="{A0F4D18D-EE7D-49DE-A7BE-674C39E7CADC}"/>
              </a:ext>
            </a:extLst>
          </p:cNvPr>
          <p:cNvSpPr>
            <a:spLocks xmlns:a="http://schemas.openxmlformats.org/drawingml/2006/main" noGrp="1"/>
          </p:cNvSpPr>
          <p:nvPr/>
        </p:nvSpPr>
        <p:spPr>
          <a:xfrm xmlns:a="http://schemas.openxmlformats.org/drawingml/2006/main">
            <a:off x="5295900" y="4381500"/>
            <a:ext cx="9525" cy="9525"/>
          </a:xfrm>
          <a:prstGeom xmlns:a="http://schemas.openxmlformats.org/drawingml/2006/main" prst="rect">
            <a:avLst/>
          </a:prstGeom>
          <a:ln xmlns:a="http://schemas.openxmlformats.org/drawingml/2006/main" w="0">
            <a:prstDash val="solid"/>
          </a:ln>
        </p:spPr>
      </p:sp>
      <p:sp>
        <p:nvSpPr>
          <p:cNvPr id="416" name="">
            <a:extLst xmlns:a="http://schemas.openxmlformats.org/drawingml/2006/main">
              <a:ext uri="{FF2B5EF4-FFF2-40B4-BE49-F238E27FC236}">
                <a16:creationId xmlns:a16="http://schemas.microsoft.com/office/drawing/2014/main" id="{4D9E4B53-3A09-4A48-A1C7-51B103B0E32C}"/>
              </a:ext>
            </a:extLst>
          </p:cNvPr>
          <p:cNvSpPr>
            <a:spLocks xmlns:a="http://schemas.openxmlformats.org/drawingml/2006/main" noGrp="1"/>
          </p:cNvSpPr>
          <p:nvPr/>
        </p:nvSpPr>
        <p:spPr>
          <a:xfrm xmlns:a="http://schemas.openxmlformats.org/drawingml/2006/main">
            <a:off x="6076950" y="3171825"/>
            <a:ext cx="9525" cy="9525"/>
          </a:xfrm>
          <a:prstGeom xmlns:a="http://schemas.openxmlformats.org/drawingml/2006/main" prst="rect">
            <a:avLst/>
          </a:prstGeom>
          <a:ln xmlns:a="http://schemas.openxmlformats.org/drawingml/2006/main" w="0">
            <a:prstDash val="solid"/>
          </a:ln>
        </p:spPr>
      </p:sp>
      <p:cxnSp>
        <p:nvCxnSpPr>
          <p:cNvPr id="880" name=""/>
          <p:cNvCxnSpPr>
            <a:stCxn xmlns:a="http://schemas.openxmlformats.org/drawingml/2006/main" id="415" idx="0"/>
            <a:endCxn xmlns:a="http://schemas.openxmlformats.org/drawingml/2006/main" id="416" idx="2"/>
          </p:cNvCxnSpPr>
          <p:nvPr/>
        </p:nvCxnSpPr>
        <p:spPr>
          <a:xfrm xmlns:a="http://schemas.openxmlformats.org/drawingml/2006/main" flipV="1">
            <a:off x="5300663" y="3181350"/>
            <a:ext cx="781050" cy="1200150"/>
          </a:xfrm>
          <a:prstGeom xmlns:a="http://schemas.openxmlformats.org/drawingml/2006/main" prst="straightConnector1">
            <a:avLst/>
          </a:prstGeom>
          <a:ln xmlns:a="http://schemas.openxmlformats.org/drawingml/2006/main" w="11430">
            <a:solidFill>
              <a:srgbClr val="91ABB8"/>
            </a:solidFill>
            <a:prstDash val="solid"/>
          </a:ln>
        </p:spPr>
      </p:cxnSp>
      <p:sp>
        <p:nvSpPr>
          <p:cNvPr id="418" name="">
            <a:extLst xmlns:a="http://schemas.openxmlformats.org/drawingml/2006/main">
              <a:ext uri="{FF2B5EF4-FFF2-40B4-BE49-F238E27FC236}">
                <a16:creationId xmlns:a16="http://schemas.microsoft.com/office/drawing/2014/main" id="{340F671C-3D6B-423A-AC73-BC61001E62D0}"/>
              </a:ext>
            </a:extLst>
          </p:cNvPr>
          <p:cNvSpPr>
            <a:spLocks xmlns:a="http://schemas.openxmlformats.org/drawingml/2006/main" noGrp="1"/>
          </p:cNvSpPr>
          <p:nvPr/>
        </p:nvSpPr>
        <p:spPr>
          <a:xfrm xmlns:a="http://schemas.openxmlformats.org/drawingml/2006/main">
            <a:off x="5295900" y="4381500"/>
            <a:ext cx="9525" cy="9525"/>
          </a:xfrm>
          <a:prstGeom xmlns:a="http://schemas.openxmlformats.org/drawingml/2006/main" prst="rect">
            <a:avLst/>
          </a:prstGeom>
          <a:ln xmlns:a="http://schemas.openxmlformats.org/drawingml/2006/main" w="0">
            <a:prstDash val="solid"/>
          </a:ln>
        </p:spPr>
      </p:sp>
      <p:sp>
        <p:nvSpPr>
          <p:cNvPr id="419" name="">
            <a:extLst xmlns:a="http://schemas.openxmlformats.org/drawingml/2006/main">
              <a:ext uri="{FF2B5EF4-FFF2-40B4-BE49-F238E27FC236}">
                <a16:creationId xmlns:a16="http://schemas.microsoft.com/office/drawing/2014/main" id="{B5ADA156-97E9-49A8-8C53-4B512D6D1AF3}"/>
              </a:ext>
            </a:extLst>
          </p:cNvPr>
          <p:cNvSpPr>
            <a:spLocks xmlns:a="http://schemas.openxmlformats.org/drawingml/2006/main" noGrp="1"/>
          </p:cNvSpPr>
          <p:nvPr/>
        </p:nvSpPr>
        <p:spPr>
          <a:xfrm xmlns:a="http://schemas.openxmlformats.org/drawingml/2006/main">
            <a:off x="6076950" y="3590925"/>
            <a:ext cx="9525" cy="9525"/>
          </a:xfrm>
          <a:prstGeom xmlns:a="http://schemas.openxmlformats.org/drawingml/2006/main" prst="rect">
            <a:avLst/>
          </a:prstGeom>
          <a:ln xmlns:a="http://schemas.openxmlformats.org/drawingml/2006/main" w="0">
            <a:prstDash val="solid"/>
          </a:ln>
        </p:spPr>
      </p:sp>
      <p:cxnSp>
        <p:nvCxnSpPr>
          <p:cNvPr id="883" name=""/>
          <p:cNvCxnSpPr>
            <a:stCxn xmlns:a="http://schemas.openxmlformats.org/drawingml/2006/main" id="418" idx="0"/>
            <a:endCxn xmlns:a="http://schemas.openxmlformats.org/drawingml/2006/main" id="419" idx="2"/>
          </p:cNvCxnSpPr>
          <p:nvPr/>
        </p:nvCxnSpPr>
        <p:spPr>
          <a:xfrm xmlns:a="http://schemas.openxmlformats.org/drawingml/2006/main" flipV="1">
            <a:off x="5300663" y="3600450"/>
            <a:ext cx="781050" cy="781050"/>
          </a:xfrm>
          <a:prstGeom xmlns:a="http://schemas.openxmlformats.org/drawingml/2006/main" prst="straightConnector1">
            <a:avLst/>
          </a:prstGeom>
          <a:ln xmlns:a="http://schemas.openxmlformats.org/drawingml/2006/main" w="11430">
            <a:solidFill>
              <a:srgbClr val="91ABB8"/>
            </a:solidFill>
            <a:prstDash val="solid"/>
          </a:ln>
        </p:spPr>
      </p:cxnSp>
      <p:sp>
        <p:nvSpPr>
          <p:cNvPr id="421" name="">
            <a:extLst xmlns:a="http://schemas.openxmlformats.org/drawingml/2006/main">
              <a:ext uri="{FF2B5EF4-FFF2-40B4-BE49-F238E27FC236}">
                <a16:creationId xmlns:a16="http://schemas.microsoft.com/office/drawing/2014/main" id="{40C9824F-1752-474B-9E65-8C81A510C404}"/>
              </a:ext>
            </a:extLst>
          </p:cNvPr>
          <p:cNvSpPr>
            <a:spLocks xmlns:a="http://schemas.openxmlformats.org/drawingml/2006/main" noGrp="1"/>
          </p:cNvSpPr>
          <p:nvPr/>
        </p:nvSpPr>
        <p:spPr>
          <a:xfrm xmlns:a="http://schemas.openxmlformats.org/drawingml/2006/main">
            <a:off x="5295900" y="4381500"/>
            <a:ext cx="9525" cy="9525"/>
          </a:xfrm>
          <a:prstGeom xmlns:a="http://schemas.openxmlformats.org/drawingml/2006/main" prst="rect">
            <a:avLst/>
          </a:prstGeom>
          <a:ln xmlns:a="http://schemas.openxmlformats.org/drawingml/2006/main" w="0">
            <a:prstDash val="solid"/>
          </a:ln>
        </p:spPr>
      </p:sp>
      <p:sp>
        <p:nvSpPr>
          <p:cNvPr id="422" name="">
            <a:extLst xmlns:a="http://schemas.openxmlformats.org/drawingml/2006/main">
              <a:ext uri="{FF2B5EF4-FFF2-40B4-BE49-F238E27FC236}">
                <a16:creationId xmlns:a16="http://schemas.microsoft.com/office/drawing/2014/main" id="{147AE8CD-A476-465D-A904-7AA4B4E8BA43}"/>
              </a:ext>
            </a:extLst>
          </p:cNvPr>
          <p:cNvSpPr>
            <a:spLocks xmlns:a="http://schemas.openxmlformats.org/drawingml/2006/main" noGrp="1"/>
          </p:cNvSpPr>
          <p:nvPr/>
        </p:nvSpPr>
        <p:spPr>
          <a:xfrm xmlns:a="http://schemas.openxmlformats.org/drawingml/2006/main">
            <a:off x="6076950" y="4010025"/>
            <a:ext cx="9525" cy="9525"/>
          </a:xfrm>
          <a:prstGeom xmlns:a="http://schemas.openxmlformats.org/drawingml/2006/main" prst="rect">
            <a:avLst/>
          </a:prstGeom>
          <a:ln xmlns:a="http://schemas.openxmlformats.org/drawingml/2006/main" w="0">
            <a:prstDash val="solid"/>
          </a:ln>
        </p:spPr>
      </p:sp>
      <p:cxnSp>
        <p:nvCxnSpPr>
          <p:cNvPr id="886" name=""/>
          <p:cNvCxnSpPr>
            <a:stCxn xmlns:a="http://schemas.openxmlformats.org/drawingml/2006/main" id="421" idx="3"/>
            <a:endCxn xmlns:a="http://schemas.openxmlformats.org/drawingml/2006/main" id="422" idx="1"/>
          </p:cNvCxnSpPr>
          <p:nvPr/>
        </p:nvCxnSpPr>
        <p:spPr>
          <a:xfrm xmlns:a="http://schemas.openxmlformats.org/drawingml/2006/main" flipV="1">
            <a:off x="5305425" y="4014788"/>
            <a:ext cx="771525" cy="371475"/>
          </a:xfrm>
          <a:prstGeom xmlns:a="http://schemas.openxmlformats.org/drawingml/2006/main" prst="straightConnector1">
            <a:avLst/>
          </a:prstGeom>
          <a:ln xmlns:a="http://schemas.openxmlformats.org/drawingml/2006/main" w="11430">
            <a:solidFill>
              <a:srgbClr val="91ABB8"/>
            </a:solidFill>
            <a:prstDash val="solid"/>
          </a:ln>
        </p:spPr>
      </p:cxnSp>
      <p:sp>
        <p:nvSpPr>
          <p:cNvPr id="424" name="">
            <a:extLst xmlns:a="http://schemas.openxmlformats.org/drawingml/2006/main">
              <a:ext uri="{FF2B5EF4-FFF2-40B4-BE49-F238E27FC236}">
                <a16:creationId xmlns:a16="http://schemas.microsoft.com/office/drawing/2014/main" id="{8D43AB6C-2C6D-4BF8-B40C-8820ACF3E029}"/>
              </a:ext>
            </a:extLst>
          </p:cNvPr>
          <p:cNvSpPr>
            <a:spLocks xmlns:a="http://schemas.openxmlformats.org/drawingml/2006/main" noGrp="1"/>
          </p:cNvSpPr>
          <p:nvPr/>
        </p:nvSpPr>
        <p:spPr>
          <a:xfrm xmlns:a="http://schemas.openxmlformats.org/drawingml/2006/main">
            <a:off x="3524250" y="4514850"/>
            <a:ext cx="3028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a:solidFill>
                  <a:srgbClr val="D3E5EA"/>
                </a:solidFill>
              </a:defRPr>
            </a:pPr>
            <a:r>
              <a:rPr sz="1125">
                <a:solidFill>
                  <a:srgbClr val="D3E5EA"/>
                </a:solidFill>
              </a:rPr>
              <a:t>Transfer learning reuses visual features instead of training every layer from scratch.</a:t>
            </a:r>
          </a:p>
        </p:txBody>
      </p:sp>
      <p:sp>
        <p:nvSpPr>
          <p:cNvPr id="425" name="">
            <a:extLst xmlns:a="http://schemas.openxmlformats.org/drawingml/2006/main">
              <a:ext uri="{FF2B5EF4-FFF2-40B4-BE49-F238E27FC236}">
                <a16:creationId xmlns:a16="http://schemas.microsoft.com/office/drawing/2014/main" id="{AEE8AB2A-2DA4-433B-B742-619826E12247}"/>
              </a:ext>
            </a:extLst>
          </p:cNvPr>
          <p:cNvSpPr>
            <a:spLocks xmlns:a="http://schemas.openxmlformats.org/drawingml/2006/main" noGrp="1"/>
          </p:cNvSpPr>
          <p:nvPr/>
        </p:nvSpPr>
        <p:spPr>
          <a:xfrm xmlns:a="http://schemas.openxmlformats.org/drawingml/2006/main">
            <a:off x="7353300" y="1524000"/>
            <a:ext cx="4229100" cy="3695700"/>
          </a:xfrm>
          <a:prstGeom xmlns:a="http://schemas.openxmlformats.org/drawingml/2006/main" prst="roundRect">
            <a:avLst>
              <a:gd name="adj" fmla="val 3093"/>
            </a:avLst>
          </a:prstGeom>
          <a:solidFill xmlns:a="http://schemas.openxmlformats.org/drawingml/2006/main">
            <a:srgbClr val="FFFFFF"/>
          </a:solidFill>
          <a:ln xmlns:a="http://schemas.openxmlformats.org/drawingml/2006/main" w="14288">
            <a:solidFill>
              <a:srgbClr val="C3D2D9"/>
            </a:solidFill>
            <a:prstDash val="solid"/>
          </a:ln>
        </p:spPr>
      </p:sp>
      <p:sp>
        <p:nvSpPr>
          <p:cNvPr id="426" name="">
            <a:extLst xmlns:a="http://schemas.openxmlformats.org/drawingml/2006/main">
              <a:ext uri="{FF2B5EF4-FFF2-40B4-BE49-F238E27FC236}">
                <a16:creationId xmlns:a16="http://schemas.microsoft.com/office/drawing/2014/main" id="{E9C4136F-0144-48D9-90B4-220D491322A1}"/>
              </a:ext>
            </a:extLst>
          </p:cNvPr>
          <p:cNvSpPr>
            <a:spLocks xmlns:a="http://schemas.openxmlformats.org/drawingml/2006/main" noGrp="1"/>
          </p:cNvSpPr>
          <p:nvPr/>
        </p:nvSpPr>
        <p:spPr>
          <a:xfrm xmlns:a="http://schemas.openxmlformats.org/drawingml/2006/main">
            <a:off x="7581900" y="1733550"/>
            <a:ext cx="3771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C9A227"/>
                </a:solidFill>
              </a:defRPr>
            </a:pPr>
            <a:r>
              <a:rPr sz="1350" b="1">
                <a:solidFill>
                  <a:srgbClr val="C9A227"/>
                </a:solidFill>
              </a:rPr>
              <a:t>CUSTOM CLASSIFIER HEAD</a:t>
            </a:r>
          </a:p>
        </p:txBody>
      </p:sp>
      <p:sp>
        <p:nvSpPr>
          <p:cNvPr id="427" name="">
            <a:extLst xmlns:a="http://schemas.openxmlformats.org/drawingml/2006/main">
              <a:ext uri="{FF2B5EF4-FFF2-40B4-BE49-F238E27FC236}">
                <a16:creationId xmlns:a16="http://schemas.microsoft.com/office/drawing/2014/main" id="{A71F09A9-22C8-497D-AC05-8932D2F658EF}"/>
              </a:ext>
            </a:extLst>
          </p:cNvPr>
          <p:cNvSpPr>
            <a:spLocks xmlns:a="http://schemas.openxmlformats.org/drawingml/2006/main" noGrp="1"/>
          </p:cNvSpPr>
          <p:nvPr/>
        </p:nvSpPr>
        <p:spPr>
          <a:xfrm xmlns:a="http://schemas.openxmlformats.org/drawingml/2006/main">
            <a:off x="7810500" y="2438400"/>
            <a:ext cx="190500" cy="190500"/>
          </a:xfrm>
          <a:prstGeom xmlns:a="http://schemas.openxmlformats.org/drawingml/2006/main" prst="ellipse">
            <a:avLst/>
          </a:prstGeom>
          <a:solidFill xmlns:a="http://schemas.openxmlformats.org/drawingml/2006/main">
            <a:srgbClr val="D94F5C"/>
          </a:solidFill>
          <a:ln xmlns:a="http://schemas.openxmlformats.org/drawingml/2006/main" w="19050">
            <a:solidFill>
              <a:srgbClr val="FFFFFF"/>
            </a:solidFill>
            <a:prstDash val="solid"/>
          </a:ln>
        </p:spPr>
      </p:sp>
      <p:sp>
        <p:nvSpPr>
          <p:cNvPr id="428" name="">
            <a:extLst xmlns:a="http://schemas.openxmlformats.org/drawingml/2006/main">
              <a:ext uri="{FF2B5EF4-FFF2-40B4-BE49-F238E27FC236}">
                <a16:creationId xmlns:a16="http://schemas.microsoft.com/office/drawing/2014/main" id="{CE8358D7-5AA1-4711-9A51-36FD2FF346AC}"/>
              </a:ext>
            </a:extLst>
          </p:cNvPr>
          <p:cNvSpPr>
            <a:spLocks xmlns:a="http://schemas.openxmlformats.org/drawingml/2006/main" noGrp="1"/>
          </p:cNvSpPr>
          <p:nvPr/>
        </p:nvSpPr>
        <p:spPr>
          <a:xfrm xmlns:a="http://schemas.openxmlformats.org/drawingml/2006/main">
            <a:off x="7810500" y="2857500"/>
            <a:ext cx="190500" cy="190500"/>
          </a:xfrm>
          <a:prstGeom xmlns:a="http://schemas.openxmlformats.org/drawingml/2006/main" prst="ellipse">
            <a:avLst/>
          </a:prstGeom>
          <a:solidFill xmlns:a="http://schemas.openxmlformats.org/drawingml/2006/main">
            <a:srgbClr val="D94F5C"/>
          </a:solidFill>
          <a:ln xmlns:a="http://schemas.openxmlformats.org/drawingml/2006/main" w="19050">
            <a:solidFill>
              <a:srgbClr val="FFFFFF"/>
            </a:solidFill>
            <a:prstDash val="solid"/>
          </a:ln>
        </p:spPr>
      </p:sp>
      <p:sp>
        <p:nvSpPr>
          <p:cNvPr id="429" name="">
            <a:extLst xmlns:a="http://schemas.openxmlformats.org/drawingml/2006/main">
              <a:ext uri="{FF2B5EF4-FFF2-40B4-BE49-F238E27FC236}">
                <a16:creationId xmlns:a16="http://schemas.microsoft.com/office/drawing/2014/main" id="{F05A4F62-D7C0-4FCD-8328-A05C34EA0E91}"/>
              </a:ext>
            </a:extLst>
          </p:cNvPr>
          <p:cNvSpPr>
            <a:spLocks xmlns:a="http://schemas.openxmlformats.org/drawingml/2006/main" noGrp="1"/>
          </p:cNvSpPr>
          <p:nvPr/>
        </p:nvSpPr>
        <p:spPr>
          <a:xfrm xmlns:a="http://schemas.openxmlformats.org/drawingml/2006/main">
            <a:off x="7810500" y="3276600"/>
            <a:ext cx="190500" cy="190500"/>
          </a:xfrm>
          <a:prstGeom xmlns:a="http://schemas.openxmlformats.org/drawingml/2006/main" prst="ellipse">
            <a:avLst/>
          </a:prstGeom>
          <a:solidFill xmlns:a="http://schemas.openxmlformats.org/drawingml/2006/main">
            <a:srgbClr val="D94F5C"/>
          </a:solidFill>
          <a:ln xmlns:a="http://schemas.openxmlformats.org/drawingml/2006/main" w="19050">
            <a:solidFill>
              <a:srgbClr val="FFFFFF"/>
            </a:solidFill>
            <a:prstDash val="solid"/>
          </a:ln>
        </p:spPr>
      </p:sp>
      <p:sp>
        <p:nvSpPr>
          <p:cNvPr id="430" name="">
            <a:extLst xmlns:a="http://schemas.openxmlformats.org/drawingml/2006/main">
              <a:ext uri="{FF2B5EF4-FFF2-40B4-BE49-F238E27FC236}">
                <a16:creationId xmlns:a16="http://schemas.microsoft.com/office/drawing/2014/main" id="{0D062EA8-1677-4008-AB06-205570428113}"/>
              </a:ext>
            </a:extLst>
          </p:cNvPr>
          <p:cNvSpPr>
            <a:spLocks xmlns:a="http://schemas.openxmlformats.org/drawingml/2006/main" noGrp="1"/>
          </p:cNvSpPr>
          <p:nvPr/>
        </p:nvSpPr>
        <p:spPr>
          <a:xfrm xmlns:a="http://schemas.openxmlformats.org/drawingml/2006/main">
            <a:off x="7810500" y="3695700"/>
            <a:ext cx="190500" cy="190500"/>
          </a:xfrm>
          <a:prstGeom xmlns:a="http://schemas.openxmlformats.org/drawingml/2006/main" prst="ellipse">
            <a:avLst/>
          </a:prstGeom>
          <a:solidFill xmlns:a="http://schemas.openxmlformats.org/drawingml/2006/main">
            <a:srgbClr val="D94F5C"/>
          </a:solidFill>
          <a:ln xmlns:a="http://schemas.openxmlformats.org/drawingml/2006/main" w="19050">
            <a:solidFill>
              <a:srgbClr val="FFFFFF"/>
            </a:solidFill>
            <a:prstDash val="solid"/>
          </a:ln>
        </p:spPr>
      </p:sp>
      <p:sp>
        <p:nvSpPr>
          <p:cNvPr id="431" name="">
            <a:extLst xmlns:a="http://schemas.openxmlformats.org/drawingml/2006/main">
              <a:ext uri="{FF2B5EF4-FFF2-40B4-BE49-F238E27FC236}">
                <a16:creationId xmlns:a16="http://schemas.microsoft.com/office/drawing/2014/main" id="{01D7A5D9-CB65-441F-A7DF-82C5404A1FDE}"/>
              </a:ext>
            </a:extLst>
          </p:cNvPr>
          <p:cNvSpPr>
            <a:spLocks xmlns:a="http://schemas.openxmlformats.org/drawingml/2006/main" noGrp="1"/>
          </p:cNvSpPr>
          <p:nvPr/>
        </p:nvSpPr>
        <p:spPr>
          <a:xfrm xmlns:a="http://schemas.openxmlformats.org/drawingml/2006/main">
            <a:off x="7524750" y="4095750"/>
            <a:ext cx="781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D94F5C"/>
                </a:solidFill>
              </a:defRPr>
            </a:pPr>
            <a:r>
              <a:rPr sz="1050" b="1">
                <a:solidFill>
                  <a:srgbClr val="D94F5C"/>
                </a:solidFill>
              </a:rPr>
              <a:t>K classes</a:t>
            </a:r>
          </a:p>
        </p:txBody>
      </p:sp>
      <p:sp>
        <p:nvSpPr>
          <p:cNvPr id="432" name="">
            <a:extLst xmlns:a="http://schemas.openxmlformats.org/drawingml/2006/main">
              <a:ext uri="{FF2B5EF4-FFF2-40B4-BE49-F238E27FC236}">
                <a16:creationId xmlns:a16="http://schemas.microsoft.com/office/drawing/2014/main" id="{F6FED705-0D1D-4993-952F-2B92FF5CDD60}"/>
              </a:ext>
            </a:extLst>
          </p:cNvPr>
          <p:cNvSpPr>
            <a:spLocks xmlns:a="http://schemas.openxmlformats.org/drawingml/2006/main" noGrp="1"/>
          </p:cNvSpPr>
          <p:nvPr/>
        </p:nvSpPr>
        <p:spPr>
          <a:xfrm xmlns:a="http://schemas.openxmlformats.org/drawingml/2006/main">
            <a:off x="8420100" y="22669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001B3A"/>
                </a:solidFill>
              </a:defRPr>
            </a:pPr>
            <a:r>
              <a:rPr sz="1125">
                <a:solidFill>
                  <a:srgbClr val="001B3A"/>
                </a:solidFill>
              </a:rPr>
              <a:t>red flag</a:t>
            </a:r>
          </a:p>
        </p:txBody>
      </p:sp>
      <p:sp>
        <p:nvSpPr>
          <p:cNvPr id="433" name="">
            <a:extLst xmlns:a="http://schemas.openxmlformats.org/drawingml/2006/main">
              <a:ext uri="{FF2B5EF4-FFF2-40B4-BE49-F238E27FC236}">
                <a16:creationId xmlns:a16="http://schemas.microsoft.com/office/drawing/2014/main" id="{A91F9753-4FD0-4F50-A991-DA0F7F9F8E45}"/>
              </a:ext>
            </a:extLst>
          </p:cNvPr>
          <p:cNvSpPr>
            <a:spLocks xmlns:a="http://schemas.openxmlformats.org/drawingml/2006/main" noGrp="1"/>
          </p:cNvSpPr>
          <p:nvPr/>
        </p:nvSpPr>
        <p:spPr>
          <a:xfrm xmlns:a="http://schemas.openxmlformats.org/drawingml/2006/main">
            <a:off x="9410700" y="2286000"/>
            <a:ext cx="1280732" cy="152400"/>
          </a:xfrm>
          <a:prstGeom xmlns:a="http://schemas.openxmlformats.org/drawingml/2006/main" prst="rect">
            <a:avLst/>
          </a:prstGeom>
          <a:solidFill xmlns:a="http://schemas.openxmlformats.org/drawingml/2006/main">
            <a:srgbClr val="D94F5C"/>
          </a:solidFill>
          <a:ln xmlns:a="http://schemas.openxmlformats.org/drawingml/2006/main" w="0">
            <a:solidFill>
              <a:srgbClr val="D94F5C"/>
            </a:solidFill>
            <a:prstDash val="solid"/>
          </a:ln>
        </p:spPr>
      </p:sp>
      <p:sp>
        <p:nvSpPr>
          <p:cNvPr id="434" name="">
            <a:extLst xmlns:a="http://schemas.openxmlformats.org/drawingml/2006/main">
              <a:ext uri="{FF2B5EF4-FFF2-40B4-BE49-F238E27FC236}">
                <a16:creationId xmlns:a16="http://schemas.microsoft.com/office/drawing/2014/main" id="{BE780AA9-C995-42F5-852B-6510D69A911B}"/>
              </a:ext>
            </a:extLst>
          </p:cNvPr>
          <p:cNvSpPr>
            <a:spLocks xmlns:a="http://schemas.openxmlformats.org/drawingml/2006/main" noGrp="1"/>
          </p:cNvSpPr>
          <p:nvPr/>
        </p:nvSpPr>
        <p:spPr>
          <a:xfrm xmlns:a="http://schemas.openxmlformats.org/drawingml/2006/main">
            <a:off x="10668000" y="2266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001B3A"/>
                </a:solidFill>
              </a:defRPr>
            </a:pPr>
            <a:r>
              <a:rPr sz="1050" b="1">
                <a:solidFill>
                  <a:srgbClr val="001B3A"/>
                </a:solidFill>
              </a:rPr>
              <a:t>81%</a:t>
            </a:r>
          </a:p>
        </p:txBody>
      </p:sp>
      <p:sp>
        <p:nvSpPr>
          <p:cNvPr id="435" name="">
            <a:extLst xmlns:a="http://schemas.openxmlformats.org/drawingml/2006/main">
              <a:ext uri="{FF2B5EF4-FFF2-40B4-BE49-F238E27FC236}">
                <a16:creationId xmlns:a16="http://schemas.microsoft.com/office/drawing/2014/main" id="{5DF367A5-D724-456A-8FDA-97AECA2DB216}"/>
              </a:ext>
            </a:extLst>
          </p:cNvPr>
          <p:cNvSpPr>
            <a:spLocks xmlns:a="http://schemas.openxmlformats.org/drawingml/2006/main" noGrp="1"/>
          </p:cNvSpPr>
          <p:nvPr/>
        </p:nvSpPr>
        <p:spPr>
          <a:xfrm xmlns:a="http://schemas.openxmlformats.org/drawingml/2006/main">
            <a:off x="8010525" y="2524125"/>
            <a:ext cx="19050" cy="19050"/>
          </a:xfrm>
          <a:prstGeom xmlns:a="http://schemas.openxmlformats.org/drawingml/2006/main" prst="rect">
            <a:avLst/>
          </a:prstGeom>
          <a:ln xmlns:a="http://schemas.openxmlformats.org/drawingml/2006/main" w="0">
            <a:prstDash val="solid"/>
          </a:ln>
        </p:spPr>
      </p:sp>
      <p:sp>
        <p:nvSpPr>
          <p:cNvPr id="436" name="">
            <a:extLst xmlns:a="http://schemas.openxmlformats.org/drawingml/2006/main">
              <a:ext uri="{FF2B5EF4-FFF2-40B4-BE49-F238E27FC236}">
                <a16:creationId xmlns:a16="http://schemas.microsoft.com/office/drawing/2014/main" id="{121AFF01-ACEB-43CA-AE03-21921A0EC6DD}"/>
              </a:ext>
            </a:extLst>
          </p:cNvPr>
          <p:cNvSpPr>
            <a:spLocks xmlns:a="http://schemas.openxmlformats.org/drawingml/2006/main" noGrp="1"/>
          </p:cNvSpPr>
          <p:nvPr/>
        </p:nvSpPr>
        <p:spPr>
          <a:xfrm xmlns:a="http://schemas.openxmlformats.org/drawingml/2006/main">
            <a:off x="8410575" y="2352675"/>
            <a:ext cx="19050" cy="19050"/>
          </a:xfrm>
          <a:prstGeom xmlns:a="http://schemas.openxmlformats.org/drawingml/2006/main" prst="rect">
            <a:avLst/>
          </a:prstGeom>
          <a:ln xmlns:a="http://schemas.openxmlformats.org/drawingml/2006/main" w="0">
            <a:prstDash val="solid"/>
          </a:ln>
        </p:spPr>
      </p:sp>
      <p:cxnSp>
        <p:nvCxnSpPr>
          <p:cNvPr id="900" name=""/>
          <p:cNvCxnSpPr>
            <a:stCxn xmlns:a="http://schemas.openxmlformats.org/drawingml/2006/main" id="435" idx="3"/>
            <a:endCxn xmlns:a="http://schemas.openxmlformats.org/drawingml/2006/main" id="436" idx="1"/>
          </p:cNvCxnSpPr>
          <p:nvPr/>
        </p:nvCxnSpPr>
        <p:spPr>
          <a:xfrm xmlns:a="http://schemas.openxmlformats.org/drawingml/2006/main" flipV="1">
            <a:off x="8029575" y="2362200"/>
            <a:ext cx="381000" cy="171450"/>
          </a:xfrm>
          <a:prstGeom xmlns:a="http://schemas.openxmlformats.org/drawingml/2006/main" prst="straightConnector1">
            <a:avLst/>
          </a:prstGeom>
          <a:ln xmlns:a="http://schemas.openxmlformats.org/drawingml/2006/main" w="19050">
            <a:solidFill>
              <a:srgbClr val="9BB1BC"/>
            </a:solidFill>
            <a:prstDash val="solid"/>
            <a:tailEnd type="triangle" w="med" len="med"/>
          </a:ln>
        </p:spPr>
      </p:cxnSp>
      <p:sp>
        <p:nvSpPr>
          <p:cNvPr id="438" name="">
            <a:extLst xmlns:a="http://schemas.openxmlformats.org/drawingml/2006/main">
              <a:ext uri="{FF2B5EF4-FFF2-40B4-BE49-F238E27FC236}">
                <a16:creationId xmlns:a16="http://schemas.microsoft.com/office/drawing/2014/main" id="{85048DC9-4793-4A14-A918-DFB0F590CA48}"/>
              </a:ext>
            </a:extLst>
          </p:cNvPr>
          <p:cNvSpPr>
            <a:spLocks xmlns:a="http://schemas.openxmlformats.org/drawingml/2006/main" noGrp="1"/>
          </p:cNvSpPr>
          <p:nvPr/>
        </p:nvSpPr>
        <p:spPr>
          <a:xfrm xmlns:a="http://schemas.openxmlformats.org/drawingml/2006/main">
            <a:off x="8420100" y="28384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001B3A"/>
                </a:solidFill>
              </a:defRPr>
            </a:pPr>
            <a:r>
              <a:rPr sz="1125">
                <a:solidFill>
                  <a:srgbClr val="001B3A"/>
                </a:solidFill>
              </a:rPr>
              <a:t>blue flag</a:t>
            </a:r>
          </a:p>
        </p:txBody>
      </p:sp>
      <p:sp>
        <p:nvSpPr>
          <p:cNvPr id="439" name="">
            <a:extLst xmlns:a="http://schemas.openxmlformats.org/drawingml/2006/main">
              <a:ext uri="{FF2B5EF4-FFF2-40B4-BE49-F238E27FC236}">
                <a16:creationId xmlns:a16="http://schemas.microsoft.com/office/drawing/2014/main" id="{60D6873B-4A46-4DDF-912D-D370154803D3}"/>
              </a:ext>
            </a:extLst>
          </p:cNvPr>
          <p:cNvSpPr>
            <a:spLocks xmlns:a="http://schemas.openxmlformats.org/drawingml/2006/main" noGrp="1"/>
          </p:cNvSpPr>
          <p:nvPr/>
        </p:nvSpPr>
        <p:spPr>
          <a:xfrm xmlns:a="http://schemas.openxmlformats.org/drawingml/2006/main">
            <a:off x="9410700" y="2857500"/>
            <a:ext cx="79058" cy="152400"/>
          </a:xfrm>
          <a:prstGeom xmlns:a="http://schemas.openxmlformats.org/drawingml/2006/main" prst="rect">
            <a:avLst/>
          </a:prstGeom>
          <a:solidFill xmlns:a="http://schemas.openxmlformats.org/drawingml/2006/main">
            <a:srgbClr val="008C95"/>
          </a:solidFill>
          <a:ln xmlns:a="http://schemas.openxmlformats.org/drawingml/2006/main" w="0">
            <a:solidFill>
              <a:srgbClr val="008C95"/>
            </a:solidFill>
            <a:prstDash val="solid"/>
          </a:ln>
        </p:spPr>
      </p:sp>
      <p:sp>
        <p:nvSpPr>
          <p:cNvPr id="440" name="">
            <a:extLst xmlns:a="http://schemas.openxmlformats.org/drawingml/2006/main">
              <a:ext uri="{FF2B5EF4-FFF2-40B4-BE49-F238E27FC236}">
                <a16:creationId xmlns:a16="http://schemas.microsoft.com/office/drawing/2014/main" id="{B61EF3E4-EFD4-4A9A-9A26-D591F0235727}"/>
              </a:ext>
            </a:extLst>
          </p:cNvPr>
          <p:cNvSpPr>
            <a:spLocks xmlns:a="http://schemas.openxmlformats.org/drawingml/2006/main" noGrp="1"/>
          </p:cNvSpPr>
          <p:nvPr/>
        </p:nvSpPr>
        <p:spPr>
          <a:xfrm xmlns:a="http://schemas.openxmlformats.org/drawingml/2006/main">
            <a:off x="10668000" y="28384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001B3A"/>
                </a:solidFill>
              </a:defRPr>
            </a:pPr>
            <a:r>
              <a:rPr sz="1050" b="1">
                <a:solidFill>
                  <a:srgbClr val="001B3A"/>
                </a:solidFill>
              </a:rPr>
              <a:t>5%</a:t>
            </a:r>
          </a:p>
        </p:txBody>
      </p:sp>
      <p:sp>
        <p:nvSpPr>
          <p:cNvPr id="441" name="">
            <a:extLst xmlns:a="http://schemas.openxmlformats.org/drawingml/2006/main">
              <a:ext uri="{FF2B5EF4-FFF2-40B4-BE49-F238E27FC236}">
                <a16:creationId xmlns:a16="http://schemas.microsoft.com/office/drawing/2014/main" id="{2DBE7342-0569-4540-93FF-45622F503831}"/>
              </a:ext>
            </a:extLst>
          </p:cNvPr>
          <p:cNvSpPr>
            <a:spLocks xmlns:a="http://schemas.openxmlformats.org/drawingml/2006/main" noGrp="1"/>
          </p:cNvSpPr>
          <p:nvPr/>
        </p:nvSpPr>
        <p:spPr>
          <a:xfrm xmlns:a="http://schemas.openxmlformats.org/drawingml/2006/main">
            <a:off x="8010525" y="2943225"/>
            <a:ext cx="19050" cy="19050"/>
          </a:xfrm>
          <a:prstGeom xmlns:a="http://schemas.openxmlformats.org/drawingml/2006/main" prst="rect">
            <a:avLst/>
          </a:prstGeom>
          <a:ln xmlns:a="http://schemas.openxmlformats.org/drawingml/2006/main" w="0">
            <a:prstDash val="solid"/>
          </a:ln>
        </p:spPr>
      </p:sp>
      <p:sp>
        <p:nvSpPr>
          <p:cNvPr id="442" name="">
            <a:extLst xmlns:a="http://schemas.openxmlformats.org/drawingml/2006/main">
              <a:ext uri="{FF2B5EF4-FFF2-40B4-BE49-F238E27FC236}">
                <a16:creationId xmlns:a16="http://schemas.microsoft.com/office/drawing/2014/main" id="{85EC181B-C52D-4F8D-B355-F0B3F9B711FB}"/>
              </a:ext>
            </a:extLst>
          </p:cNvPr>
          <p:cNvSpPr>
            <a:spLocks xmlns:a="http://schemas.openxmlformats.org/drawingml/2006/main" noGrp="1"/>
          </p:cNvSpPr>
          <p:nvPr/>
        </p:nvSpPr>
        <p:spPr>
          <a:xfrm xmlns:a="http://schemas.openxmlformats.org/drawingml/2006/main">
            <a:off x="8410575" y="2924175"/>
            <a:ext cx="19050" cy="19050"/>
          </a:xfrm>
          <a:prstGeom xmlns:a="http://schemas.openxmlformats.org/drawingml/2006/main" prst="rect">
            <a:avLst/>
          </a:prstGeom>
          <a:ln xmlns:a="http://schemas.openxmlformats.org/drawingml/2006/main" w="0">
            <a:prstDash val="solid"/>
          </a:ln>
        </p:spPr>
      </p:sp>
      <p:cxnSp>
        <p:nvCxnSpPr>
          <p:cNvPr id="906" name=""/>
          <p:cNvCxnSpPr>
            <a:stCxn xmlns:a="http://schemas.openxmlformats.org/drawingml/2006/main" id="441" idx="3"/>
            <a:endCxn xmlns:a="http://schemas.openxmlformats.org/drawingml/2006/main" id="442" idx="1"/>
          </p:cNvCxnSpPr>
          <p:nvPr/>
        </p:nvCxnSpPr>
        <p:spPr>
          <a:xfrm xmlns:a="http://schemas.openxmlformats.org/drawingml/2006/main" flipV="1">
            <a:off x="8029575" y="2933700"/>
            <a:ext cx="381000" cy="19050"/>
          </a:xfrm>
          <a:prstGeom xmlns:a="http://schemas.openxmlformats.org/drawingml/2006/main" prst="straightConnector1">
            <a:avLst/>
          </a:prstGeom>
          <a:ln xmlns:a="http://schemas.openxmlformats.org/drawingml/2006/main" w="19050">
            <a:solidFill>
              <a:srgbClr val="9BB1BC"/>
            </a:solidFill>
            <a:prstDash val="solid"/>
            <a:tailEnd type="triangle" w="med" len="med"/>
          </a:ln>
        </p:spPr>
      </p:cxnSp>
      <p:sp>
        <p:nvSpPr>
          <p:cNvPr id="444" name="">
            <a:extLst xmlns:a="http://schemas.openxmlformats.org/drawingml/2006/main">
              <a:ext uri="{FF2B5EF4-FFF2-40B4-BE49-F238E27FC236}">
                <a16:creationId xmlns:a16="http://schemas.microsoft.com/office/drawing/2014/main" id="{20A89D8F-40D1-451A-B27F-A8EF67000523}"/>
              </a:ext>
            </a:extLst>
          </p:cNvPr>
          <p:cNvSpPr>
            <a:spLocks xmlns:a="http://schemas.openxmlformats.org/drawingml/2006/main" noGrp="1"/>
          </p:cNvSpPr>
          <p:nvPr/>
        </p:nvSpPr>
        <p:spPr>
          <a:xfrm xmlns:a="http://schemas.openxmlformats.org/drawingml/2006/main">
            <a:off x="8420100" y="34099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001B3A"/>
                </a:solidFill>
              </a:defRPr>
            </a:pPr>
            <a:r>
              <a:rPr sz="1125">
                <a:solidFill>
                  <a:srgbClr val="001B3A"/>
                </a:solidFill>
              </a:rPr>
              <a:t>safe pad</a:t>
            </a:r>
          </a:p>
        </p:txBody>
      </p:sp>
      <p:sp>
        <p:nvSpPr>
          <p:cNvPr id="445" name="">
            <a:extLst xmlns:a="http://schemas.openxmlformats.org/drawingml/2006/main">
              <a:ext uri="{FF2B5EF4-FFF2-40B4-BE49-F238E27FC236}">
                <a16:creationId xmlns:a16="http://schemas.microsoft.com/office/drawing/2014/main" id="{91F1B72E-D828-4FD7-BDBB-7B825BF80051}"/>
              </a:ext>
            </a:extLst>
          </p:cNvPr>
          <p:cNvSpPr>
            <a:spLocks xmlns:a="http://schemas.openxmlformats.org/drawingml/2006/main" noGrp="1"/>
          </p:cNvSpPr>
          <p:nvPr/>
        </p:nvSpPr>
        <p:spPr>
          <a:xfrm xmlns:a="http://schemas.openxmlformats.org/drawingml/2006/main">
            <a:off x="9410700" y="3429000"/>
            <a:ext cx="47434" cy="152400"/>
          </a:xfrm>
          <a:prstGeom xmlns:a="http://schemas.openxmlformats.org/drawingml/2006/main" prst="rect">
            <a:avLst/>
          </a:prstGeom>
          <a:solidFill xmlns:a="http://schemas.openxmlformats.org/drawingml/2006/main">
            <a:srgbClr val="C9A227"/>
          </a:solidFill>
          <a:ln xmlns:a="http://schemas.openxmlformats.org/drawingml/2006/main" w="0">
            <a:solidFill>
              <a:srgbClr val="C9A227"/>
            </a:solidFill>
            <a:prstDash val="solid"/>
          </a:ln>
        </p:spPr>
      </p:sp>
      <p:sp>
        <p:nvSpPr>
          <p:cNvPr id="446" name="">
            <a:extLst xmlns:a="http://schemas.openxmlformats.org/drawingml/2006/main">
              <a:ext uri="{FF2B5EF4-FFF2-40B4-BE49-F238E27FC236}">
                <a16:creationId xmlns:a16="http://schemas.microsoft.com/office/drawing/2014/main" id="{75EA1DA1-053C-4188-875E-B029FB740AD9}"/>
              </a:ext>
            </a:extLst>
          </p:cNvPr>
          <p:cNvSpPr>
            <a:spLocks xmlns:a="http://schemas.openxmlformats.org/drawingml/2006/main" noGrp="1"/>
          </p:cNvSpPr>
          <p:nvPr/>
        </p:nvSpPr>
        <p:spPr>
          <a:xfrm xmlns:a="http://schemas.openxmlformats.org/drawingml/2006/main">
            <a:off x="10668000" y="34099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001B3A"/>
                </a:solidFill>
              </a:defRPr>
            </a:pPr>
            <a:r>
              <a:rPr sz="1050" b="1">
                <a:solidFill>
                  <a:srgbClr val="001B3A"/>
                </a:solidFill>
              </a:rPr>
              <a:t>3%</a:t>
            </a:r>
          </a:p>
        </p:txBody>
      </p:sp>
      <p:sp>
        <p:nvSpPr>
          <p:cNvPr id="447" name="">
            <a:extLst xmlns:a="http://schemas.openxmlformats.org/drawingml/2006/main">
              <a:ext uri="{FF2B5EF4-FFF2-40B4-BE49-F238E27FC236}">
                <a16:creationId xmlns:a16="http://schemas.microsoft.com/office/drawing/2014/main" id="{EA793883-8B82-4E7E-B66C-E0C881FF7F4F}"/>
              </a:ext>
            </a:extLst>
          </p:cNvPr>
          <p:cNvSpPr>
            <a:spLocks xmlns:a="http://schemas.openxmlformats.org/drawingml/2006/main" noGrp="1"/>
          </p:cNvSpPr>
          <p:nvPr/>
        </p:nvSpPr>
        <p:spPr>
          <a:xfrm xmlns:a="http://schemas.openxmlformats.org/drawingml/2006/main">
            <a:off x="8010525" y="3362325"/>
            <a:ext cx="19050" cy="19050"/>
          </a:xfrm>
          <a:prstGeom xmlns:a="http://schemas.openxmlformats.org/drawingml/2006/main" prst="rect">
            <a:avLst/>
          </a:prstGeom>
          <a:ln xmlns:a="http://schemas.openxmlformats.org/drawingml/2006/main" w="0">
            <a:prstDash val="solid"/>
          </a:ln>
        </p:spPr>
      </p:sp>
      <p:sp>
        <p:nvSpPr>
          <p:cNvPr id="448" name="">
            <a:extLst xmlns:a="http://schemas.openxmlformats.org/drawingml/2006/main">
              <a:ext uri="{FF2B5EF4-FFF2-40B4-BE49-F238E27FC236}">
                <a16:creationId xmlns:a16="http://schemas.microsoft.com/office/drawing/2014/main" id="{BB7FE0AC-94F3-4F89-9A65-3127D43FC98B}"/>
              </a:ext>
            </a:extLst>
          </p:cNvPr>
          <p:cNvSpPr>
            <a:spLocks xmlns:a="http://schemas.openxmlformats.org/drawingml/2006/main" noGrp="1"/>
          </p:cNvSpPr>
          <p:nvPr/>
        </p:nvSpPr>
        <p:spPr>
          <a:xfrm xmlns:a="http://schemas.openxmlformats.org/drawingml/2006/main">
            <a:off x="8410575" y="3495675"/>
            <a:ext cx="19050" cy="19050"/>
          </a:xfrm>
          <a:prstGeom xmlns:a="http://schemas.openxmlformats.org/drawingml/2006/main" prst="rect">
            <a:avLst/>
          </a:prstGeom>
          <a:ln xmlns:a="http://schemas.openxmlformats.org/drawingml/2006/main" w="0">
            <a:prstDash val="solid"/>
          </a:ln>
        </p:spPr>
      </p:sp>
      <p:cxnSp>
        <p:nvCxnSpPr>
          <p:cNvPr id="912" name=""/>
          <p:cNvCxnSpPr>
            <a:stCxn xmlns:a="http://schemas.openxmlformats.org/drawingml/2006/main" id="447" idx="3"/>
            <a:endCxn xmlns:a="http://schemas.openxmlformats.org/drawingml/2006/main" id="448" idx="1"/>
          </p:cNvCxnSpPr>
          <p:nvPr/>
        </p:nvCxnSpPr>
        <p:spPr>
          <a:xfrm xmlns:a="http://schemas.openxmlformats.org/drawingml/2006/main">
            <a:off x="8029575" y="3371850"/>
            <a:ext cx="381000" cy="133350"/>
          </a:xfrm>
          <a:prstGeom xmlns:a="http://schemas.openxmlformats.org/drawingml/2006/main" prst="straightConnector1">
            <a:avLst/>
          </a:prstGeom>
          <a:ln xmlns:a="http://schemas.openxmlformats.org/drawingml/2006/main" w="19050">
            <a:solidFill>
              <a:srgbClr val="9BB1BC"/>
            </a:solidFill>
            <a:prstDash val="solid"/>
            <a:tailEnd type="triangle" w="med" len="med"/>
          </a:ln>
        </p:spPr>
      </p:cxnSp>
      <p:sp>
        <p:nvSpPr>
          <p:cNvPr id="450" name="">
            <a:extLst xmlns:a="http://schemas.openxmlformats.org/drawingml/2006/main">
              <a:ext uri="{FF2B5EF4-FFF2-40B4-BE49-F238E27FC236}">
                <a16:creationId xmlns:a16="http://schemas.microsoft.com/office/drawing/2014/main" id="{6CA269B4-EDB3-492C-BF3B-56DF9AFD87BB}"/>
              </a:ext>
            </a:extLst>
          </p:cNvPr>
          <p:cNvSpPr>
            <a:spLocks xmlns:a="http://schemas.openxmlformats.org/drawingml/2006/main" noGrp="1"/>
          </p:cNvSpPr>
          <p:nvPr/>
        </p:nvSpPr>
        <p:spPr>
          <a:xfrm xmlns:a="http://schemas.openxmlformats.org/drawingml/2006/main">
            <a:off x="8420100" y="3981450"/>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001B3A"/>
                </a:solidFill>
              </a:defRPr>
            </a:pPr>
            <a:r>
              <a:rPr sz="1125">
                <a:solidFill>
                  <a:srgbClr val="001B3A"/>
                </a:solidFill>
              </a:rPr>
              <a:t>other</a:t>
            </a:r>
          </a:p>
        </p:txBody>
      </p:sp>
      <p:sp>
        <p:nvSpPr>
          <p:cNvPr id="451" name="">
            <a:extLst xmlns:a="http://schemas.openxmlformats.org/drawingml/2006/main">
              <a:ext uri="{FF2B5EF4-FFF2-40B4-BE49-F238E27FC236}">
                <a16:creationId xmlns:a16="http://schemas.microsoft.com/office/drawing/2014/main" id="{7343FFE6-287F-4C7F-8111-E8C056BD2A91}"/>
              </a:ext>
            </a:extLst>
          </p:cNvPr>
          <p:cNvSpPr>
            <a:spLocks xmlns:a="http://schemas.openxmlformats.org/drawingml/2006/main" noGrp="1"/>
          </p:cNvSpPr>
          <p:nvPr/>
        </p:nvSpPr>
        <p:spPr>
          <a:xfrm xmlns:a="http://schemas.openxmlformats.org/drawingml/2006/main">
            <a:off x="9410700" y="4000500"/>
            <a:ext cx="173927" cy="152400"/>
          </a:xfrm>
          <a:prstGeom xmlns:a="http://schemas.openxmlformats.org/drawingml/2006/main" prst="rect">
            <a:avLst/>
          </a:prstGeom>
          <a:solidFill xmlns:a="http://schemas.openxmlformats.org/drawingml/2006/main">
            <a:srgbClr val="7892A6"/>
          </a:solidFill>
          <a:ln xmlns:a="http://schemas.openxmlformats.org/drawingml/2006/main" w="0">
            <a:solidFill>
              <a:srgbClr val="7892A6"/>
            </a:solidFill>
            <a:prstDash val="solid"/>
          </a:ln>
        </p:spPr>
      </p:sp>
      <p:sp>
        <p:nvSpPr>
          <p:cNvPr id="452" name="">
            <a:extLst xmlns:a="http://schemas.openxmlformats.org/drawingml/2006/main">
              <a:ext uri="{FF2B5EF4-FFF2-40B4-BE49-F238E27FC236}">
                <a16:creationId xmlns:a16="http://schemas.microsoft.com/office/drawing/2014/main" id="{D13E1CCE-37D5-49C5-BD05-07AFCF3399C8}"/>
              </a:ext>
            </a:extLst>
          </p:cNvPr>
          <p:cNvSpPr>
            <a:spLocks xmlns:a="http://schemas.openxmlformats.org/drawingml/2006/main" noGrp="1"/>
          </p:cNvSpPr>
          <p:nvPr/>
        </p:nvSpPr>
        <p:spPr>
          <a:xfrm xmlns:a="http://schemas.openxmlformats.org/drawingml/2006/main">
            <a:off x="10668000" y="3981450"/>
            <a:ext cx="57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001B3A"/>
                </a:solidFill>
              </a:defRPr>
            </a:pPr>
            <a:r>
              <a:rPr sz="1050" b="1">
                <a:solidFill>
                  <a:srgbClr val="001B3A"/>
                </a:solidFill>
              </a:rPr>
              <a:t>11%</a:t>
            </a:r>
          </a:p>
        </p:txBody>
      </p:sp>
      <p:sp>
        <p:nvSpPr>
          <p:cNvPr id="453" name="">
            <a:extLst xmlns:a="http://schemas.openxmlformats.org/drawingml/2006/main">
              <a:ext uri="{FF2B5EF4-FFF2-40B4-BE49-F238E27FC236}">
                <a16:creationId xmlns:a16="http://schemas.microsoft.com/office/drawing/2014/main" id="{32E98C35-162C-49C6-B9C9-79ED9E4A4C25}"/>
              </a:ext>
            </a:extLst>
          </p:cNvPr>
          <p:cNvSpPr>
            <a:spLocks xmlns:a="http://schemas.openxmlformats.org/drawingml/2006/main" noGrp="1"/>
          </p:cNvSpPr>
          <p:nvPr/>
        </p:nvSpPr>
        <p:spPr>
          <a:xfrm xmlns:a="http://schemas.openxmlformats.org/drawingml/2006/main">
            <a:off x="8010525" y="3781425"/>
            <a:ext cx="19050" cy="19050"/>
          </a:xfrm>
          <a:prstGeom xmlns:a="http://schemas.openxmlformats.org/drawingml/2006/main" prst="rect">
            <a:avLst/>
          </a:prstGeom>
          <a:ln xmlns:a="http://schemas.openxmlformats.org/drawingml/2006/main" w="0">
            <a:prstDash val="solid"/>
          </a:ln>
        </p:spPr>
      </p:sp>
      <p:sp>
        <p:nvSpPr>
          <p:cNvPr id="454" name="">
            <a:extLst xmlns:a="http://schemas.openxmlformats.org/drawingml/2006/main">
              <a:ext uri="{FF2B5EF4-FFF2-40B4-BE49-F238E27FC236}">
                <a16:creationId xmlns:a16="http://schemas.microsoft.com/office/drawing/2014/main" id="{08D368A0-10B3-49EB-9197-3AAEB6729162}"/>
              </a:ext>
            </a:extLst>
          </p:cNvPr>
          <p:cNvSpPr>
            <a:spLocks xmlns:a="http://schemas.openxmlformats.org/drawingml/2006/main" noGrp="1"/>
          </p:cNvSpPr>
          <p:nvPr/>
        </p:nvSpPr>
        <p:spPr>
          <a:xfrm xmlns:a="http://schemas.openxmlformats.org/drawingml/2006/main">
            <a:off x="8410575" y="4067175"/>
            <a:ext cx="19050" cy="19050"/>
          </a:xfrm>
          <a:prstGeom xmlns:a="http://schemas.openxmlformats.org/drawingml/2006/main" prst="rect">
            <a:avLst/>
          </a:prstGeom>
          <a:ln xmlns:a="http://schemas.openxmlformats.org/drawingml/2006/main" w="0">
            <a:prstDash val="solid"/>
          </a:ln>
        </p:spPr>
      </p:sp>
      <p:cxnSp>
        <p:nvCxnSpPr>
          <p:cNvPr id="918" name=""/>
          <p:cNvCxnSpPr>
            <a:stCxn xmlns:a="http://schemas.openxmlformats.org/drawingml/2006/main" id="453" idx="3"/>
            <a:endCxn xmlns:a="http://schemas.openxmlformats.org/drawingml/2006/main" id="454" idx="1"/>
          </p:cNvCxnSpPr>
          <p:nvPr/>
        </p:nvCxnSpPr>
        <p:spPr>
          <a:xfrm xmlns:a="http://schemas.openxmlformats.org/drawingml/2006/main">
            <a:off x="8029575" y="3790950"/>
            <a:ext cx="381000" cy="285750"/>
          </a:xfrm>
          <a:prstGeom xmlns:a="http://schemas.openxmlformats.org/drawingml/2006/main" prst="straightConnector1">
            <a:avLst/>
          </a:prstGeom>
          <a:ln xmlns:a="http://schemas.openxmlformats.org/drawingml/2006/main" w="19050">
            <a:solidFill>
              <a:srgbClr val="9BB1BC"/>
            </a:solidFill>
            <a:prstDash val="solid"/>
            <a:tailEnd type="triangle" w="med" len="med"/>
          </a:ln>
        </p:spPr>
      </p:cxnSp>
      <p:sp>
        <p:nvSpPr>
          <p:cNvPr id="456" name="">
            <a:extLst xmlns:a="http://schemas.openxmlformats.org/drawingml/2006/main">
              <a:ext uri="{FF2B5EF4-FFF2-40B4-BE49-F238E27FC236}">
                <a16:creationId xmlns:a16="http://schemas.microsoft.com/office/drawing/2014/main" id="{A52A0D91-2B00-4C0B-B347-2FC283F532F6}"/>
              </a:ext>
            </a:extLst>
          </p:cNvPr>
          <p:cNvSpPr>
            <a:spLocks xmlns:a="http://schemas.openxmlformats.org/drawingml/2006/main" noGrp="1"/>
          </p:cNvSpPr>
          <p:nvPr/>
        </p:nvSpPr>
        <p:spPr>
          <a:xfrm xmlns:a="http://schemas.openxmlformats.org/drawingml/2006/main">
            <a:off x="2714625" y="3362325"/>
            <a:ext cx="19050" cy="19050"/>
          </a:xfrm>
          <a:prstGeom xmlns:a="http://schemas.openxmlformats.org/drawingml/2006/main" prst="rect">
            <a:avLst/>
          </a:prstGeom>
          <a:ln xmlns:a="http://schemas.openxmlformats.org/drawingml/2006/main" w="0">
            <a:prstDash val="solid"/>
          </a:ln>
        </p:spPr>
      </p:sp>
      <p:sp>
        <p:nvSpPr>
          <p:cNvPr id="457" name="">
            <a:extLst xmlns:a="http://schemas.openxmlformats.org/drawingml/2006/main">
              <a:ext uri="{FF2B5EF4-FFF2-40B4-BE49-F238E27FC236}">
                <a16:creationId xmlns:a16="http://schemas.microsoft.com/office/drawing/2014/main" id="{6F71CA1C-B6AB-4ACB-B035-F51585A3B05E}"/>
              </a:ext>
            </a:extLst>
          </p:cNvPr>
          <p:cNvSpPr>
            <a:spLocks xmlns:a="http://schemas.openxmlformats.org/drawingml/2006/main" noGrp="1"/>
          </p:cNvSpPr>
          <p:nvPr/>
        </p:nvSpPr>
        <p:spPr>
          <a:xfrm xmlns:a="http://schemas.openxmlformats.org/drawingml/2006/main">
            <a:off x="3133725" y="3362325"/>
            <a:ext cx="19050" cy="19050"/>
          </a:xfrm>
          <a:prstGeom xmlns:a="http://schemas.openxmlformats.org/drawingml/2006/main" prst="rect">
            <a:avLst/>
          </a:prstGeom>
          <a:ln xmlns:a="http://schemas.openxmlformats.org/drawingml/2006/main" w="0">
            <a:prstDash val="solid"/>
          </a:ln>
        </p:spPr>
      </p:sp>
      <p:cxnSp>
        <p:nvCxnSpPr>
          <p:cNvPr id="921" name=""/>
          <p:cNvCxnSpPr>
            <a:stCxn xmlns:a="http://schemas.openxmlformats.org/drawingml/2006/main" id="456" idx="3"/>
            <a:endCxn xmlns:a="http://schemas.openxmlformats.org/drawingml/2006/main" id="457" idx="1"/>
          </p:cNvCxnSpPr>
          <p:nvPr/>
        </p:nvCxnSpPr>
        <p:spPr>
          <a:xfrm xmlns:a="http://schemas.openxmlformats.org/drawingml/2006/main">
            <a:off x="2733675" y="3371850"/>
            <a:ext cx="400050" cy="0"/>
          </a:xfrm>
          <a:prstGeom xmlns:a="http://schemas.openxmlformats.org/drawingml/2006/main" prst="straightConnector1">
            <a:avLst/>
          </a:prstGeom>
          <a:ln xmlns:a="http://schemas.openxmlformats.org/drawingml/2006/main" w="38100">
            <a:solidFill>
              <a:srgbClr val="008C95"/>
            </a:solidFill>
            <a:prstDash val="solid"/>
            <a:tailEnd type="triangle" w="med" len="med"/>
          </a:ln>
        </p:spPr>
      </p:cxnSp>
      <p:sp>
        <p:nvSpPr>
          <p:cNvPr id="459" name="">
            <a:extLst xmlns:a="http://schemas.openxmlformats.org/drawingml/2006/main">
              <a:ext uri="{FF2B5EF4-FFF2-40B4-BE49-F238E27FC236}">
                <a16:creationId xmlns:a16="http://schemas.microsoft.com/office/drawing/2014/main" id="{CCEC2E60-1BEA-4F63-B81A-C36AFE78E1C9}"/>
              </a:ext>
            </a:extLst>
          </p:cNvPr>
          <p:cNvSpPr>
            <a:spLocks xmlns:a="http://schemas.openxmlformats.org/drawingml/2006/main" noGrp="1"/>
          </p:cNvSpPr>
          <p:nvPr/>
        </p:nvSpPr>
        <p:spPr>
          <a:xfrm xmlns:a="http://schemas.openxmlformats.org/drawingml/2006/main">
            <a:off x="6924675" y="3362325"/>
            <a:ext cx="19050" cy="19050"/>
          </a:xfrm>
          <a:prstGeom xmlns:a="http://schemas.openxmlformats.org/drawingml/2006/main" prst="rect">
            <a:avLst/>
          </a:prstGeom>
          <a:ln xmlns:a="http://schemas.openxmlformats.org/drawingml/2006/main" w="0">
            <a:prstDash val="solid"/>
          </a:ln>
        </p:spPr>
      </p:sp>
      <p:sp>
        <p:nvSpPr>
          <p:cNvPr id="460" name="">
            <a:extLst xmlns:a="http://schemas.openxmlformats.org/drawingml/2006/main">
              <a:ext uri="{FF2B5EF4-FFF2-40B4-BE49-F238E27FC236}">
                <a16:creationId xmlns:a16="http://schemas.microsoft.com/office/drawing/2014/main" id="{A903CAD6-FAC0-41D5-8E81-623D75CE0F37}"/>
              </a:ext>
            </a:extLst>
          </p:cNvPr>
          <p:cNvSpPr>
            <a:spLocks xmlns:a="http://schemas.openxmlformats.org/drawingml/2006/main" noGrp="1"/>
          </p:cNvSpPr>
          <p:nvPr/>
        </p:nvSpPr>
        <p:spPr>
          <a:xfrm xmlns:a="http://schemas.openxmlformats.org/drawingml/2006/main">
            <a:off x="7343775" y="3362325"/>
            <a:ext cx="19050" cy="19050"/>
          </a:xfrm>
          <a:prstGeom xmlns:a="http://schemas.openxmlformats.org/drawingml/2006/main" prst="rect">
            <a:avLst/>
          </a:prstGeom>
          <a:ln xmlns:a="http://schemas.openxmlformats.org/drawingml/2006/main" w="0">
            <a:prstDash val="solid"/>
          </a:ln>
        </p:spPr>
      </p:sp>
      <p:cxnSp>
        <p:nvCxnSpPr>
          <p:cNvPr id="924" name=""/>
          <p:cNvCxnSpPr>
            <a:stCxn xmlns:a="http://schemas.openxmlformats.org/drawingml/2006/main" id="459" idx="3"/>
            <a:endCxn xmlns:a="http://schemas.openxmlformats.org/drawingml/2006/main" id="460" idx="1"/>
          </p:cNvCxnSpPr>
          <p:nvPr/>
        </p:nvCxnSpPr>
        <p:spPr>
          <a:xfrm xmlns:a="http://schemas.openxmlformats.org/drawingml/2006/main">
            <a:off x="6943725" y="3371850"/>
            <a:ext cx="400050" cy="0"/>
          </a:xfrm>
          <a:prstGeom xmlns:a="http://schemas.openxmlformats.org/drawingml/2006/main" prst="straightConnector1">
            <a:avLst/>
          </a:prstGeom>
          <a:ln xmlns:a="http://schemas.openxmlformats.org/drawingml/2006/main" w="38100">
            <a:solidFill>
              <a:srgbClr val="008C95"/>
            </a:solidFill>
            <a:prstDash val="solid"/>
            <a:tailEnd type="triangle" w="med" len="med"/>
          </a:ln>
        </p:spPr>
      </p:cxnSp>
      <p:sp>
        <p:nvSpPr>
          <p:cNvPr id="462" name="">
            <a:extLst xmlns:a="http://schemas.openxmlformats.org/drawingml/2006/main">
              <a:ext uri="{FF2B5EF4-FFF2-40B4-BE49-F238E27FC236}">
                <a16:creationId xmlns:a16="http://schemas.microsoft.com/office/drawing/2014/main" id="{050AD3B9-D267-4C4E-B935-77388A469816}"/>
              </a:ext>
            </a:extLst>
          </p:cNvPr>
          <p:cNvSpPr>
            <a:spLocks xmlns:a="http://schemas.openxmlformats.org/drawingml/2006/main" noGrp="1"/>
          </p:cNvSpPr>
          <p:nvPr/>
        </p:nvSpPr>
        <p:spPr>
          <a:xfrm xmlns:a="http://schemas.openxmlformats.org/drawingml/2006/main">
            <a:off x="609600" y="5524500"/>
            <a:ext cx="10972800" cy="628650"/>
          </a:xfrm>
          <a:prstGeom xmlns:a="http://schemas.openxmlformats.org/drawingml/2006/main" prst="roundRect">
            <a:avLst>
              <a:gd name="adj" fmla="val 50000"/>
            </a:avLst>
          </a:prstGeom>
          <a:solidFill xmlns:a="http://schemas.openxmlformats.org/drawingml/2006/main">
            <a:srgbClr val="F5EFCF"/>
          </a:solidFill>
          <a:ln xmlns:a="http://schemas.openxmlformats.org/drawingml/2006/main" w="14288">
            <a:solidFill>
              <a:srgbClr val="C9A227"/>
            </a:solidFill>
            <a:prstDash val="solid"/>
          </a:ln>
        </p:spPr>
      </p:sp>
      <p:sp>
        <p:nvSpPr>
          <p:cNvPr id="463" name="">
            <a:extLst xmlns:a="http://schemas.openxmlformats.org/drawingml/2006/main">
              <a:ext uri="{FF2B5EF4-FFF2-40B4-BE49-F238E27FC236}">
                <a16:creationId xmlns:a16="http://schemas.microsoft.com/office/drawing/2014/main" id="{2A3205D7-7AEC-4846-AA6D-E76AC8194D41}"/>
              </a:ext>
            </a:extLst>
          </p:cNvPr>
          <p:cNvSpPr>
            <a:spLocks xmlns:a="http://schemas.openxmlformats.org/drawingml/2006/main" noGrp="1"/>
          </p:cNvSpPr>
          <p:nvPr/>
        </p:nvSpPr>
        <p:spPr>
          <a:xfrm xmlns:a="http://schemas.openxmlformats.org/drawingml/2006/main">
            <a:off x="914400" y="5705475"/>
            <a:ext cx="10363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01B3A"/>
                </a:solidFill>
              </a:defRPr>
            </a:pPr>
            <a:r>
              <a:rPr sz="1275" b="1">
                <a:solidFill>
                  <a:srgbClr val="001B3A"/>
                </a:solidFill>
              </a:rPr>
              <a:t>Exact layer shapes and coefficient count depend on the exported model and number of classes—inspect model.json.</a:t>
            </a:r>
          </a:p>
        </p:txBody>
      </p:sp>
    </p:spTree>
    <p:extLst>
      <p:ext uri="{BB962C8B-B14F-4D97-AF65-F5344CB8AC3E}">
        <p14:creationId xmlns:p14="http://schemas.microsoft.com/office/powerpoint/2010/main" val="300992338"/>
      </p:ext>
    </p:extLst>
  </p:cSld>
</p:sld>
</file>

<file path=ppt/slides/slide5.xml><?xml version="1.0" encoding="utf-8"?>
<p:sld xmlns:p="http://schemas.openxmlformats.org/presentationml/2006/main">
  <p:cSld>
    <p:bg>
      <p:bgPr>
        <a:solidFill xmlns:a="http://schemas.openxmlformats.org/drawingml/2006/main">
          <a:srgbClr val="EEF3F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B209D29-20CE-473C-B2E1-717A32DA4949}"/>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1B3A"/>
          </a:solidFill>
          <a:ln xmlns:a="http://schemas.openxmlformats.org/drawingml/2006/main" w="0">
            <a:solidFill>
              <a:srgbClr val="001B3A"/>
            </a:solidFill>
            <a:prstDash val="solid"/>
          </a:ln>
        </p:spPr>
      </p:sp>
      <p:sp>
        <p:nvSpPr>
          <p:cNvPr id="2" name="">
            <a:extLst xmlns:a="http://schemas.openxmlformats.org/drawingml/2006/main">
              <a:ext uri="{FF2B5EF4-FFF2-40B4-BE49-F238E27FC236}">
                <a16:creationId xmlns:a16="http://schemas.microsoft.com/office/drawing/2014/main" id="{75BC6031-5927-412C-A320-DCA357E2C745}"/>
              </a:ext>
            </a:extLst>
          </p:cNvPr>
          <p:cNvSpPr>
            <a:spLocks xmlns:a="http://schemas.openxmlformats.org/drawingml/2006/main" noGrp="1"/>
          </p:cNvSpPr>
          <p:nvPr/>
        </p:nvSpPr>
        <p:spPr>
          <a:xfrm xmlns:a="http://schemas.openxmlformats.org/drawingml/2006/main">
            <a:off x="0" y="95250"/>
            <a:ext cx="12192000" cy="47625"/>
          </a:xfrm>
          <a:prstGeom xmlns:a="http://schemas.openxmlformats.org/drawingml/2006/main" prst="rect">
            <a:avLst/>
          </a:prstGeom>
          <a:solidFill xmlns:a="http://schemas.openxmlformats.org/drawingml/2006/main">
            <a:srgbClr val="008C95"/>
          </a:solidFill>
          <a:ln xmlns:a="http://schemas.openxmlformats.org/drawingml/2006/main" w="0">
            <a:solidFill>
              <a:srgbClr val="008C95"/>
            </a:solidFill>
            <a:prstDash val="solid"/>
          </a:ln>
        </p:spPr>
      </p:sp>
      <p:sp>
        <p:nvSpPr>
          <p:cNvPr id="3" name="">
            <a:extLst xmlns:a="http://schemas.openxmlformats.org/drawingml/2006/main">
              <a:ext uri="{FF2B5EF4-FFF2-40B4-BE49-F238E27FC236}">
                <a16:creationId xmlns:a16="http://schemas.microsoft.com/office/drawing/2014/main" id="{0818BF6D-2683-4B5D-A9A1-9B00C516359A}"/>
              </a:ext>
            </a:extLst>
          </p:cNvPr>
          <p:cNvSpPr>
            <a:spLocks xmlns:a="http://schemas.openxmlformats.org/drawingml/2006/main" noGrp="1"/>
          </p:cNvSpPr>
          <p:nvPr/>
        </p:nvSpPr>
        <p:spPr>
          <a:xfrm xmlns:a="http://schemas.openxmlformats.org/drawingml/2006/main">
            <a:off x="514350" y="295275"/>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8C95"/>
                </a:solidFill>
              </a:defRPr>
            </a:pPr>
            <a:r>
              <a:rPr sz="900" b="1">
                <a:solidFill>
                  <a:srgbClr val="008C95"/>
                </a:solidFill>
              </a:rPr>
              <a:t>TEACHABLE MACHINE / 05</a:t>
            </a:r>
          </a:p>
        </p:txBody>
      </p:sp>
      <p:sp>
        <p:nvSpPr>
          <p:cNvPr id="4" name="">
            <a:extLst xmlns:a="http://schemas.openxmlformats.org/drawingml/2006/main">
              <a:ext uri="{FF2B5EF4-FFF2-40B4-BE49-F238E27FC236}">
                <a16:creationId xmlns:a16="http://schemas.microsoft.com/office/drawing/2014/main" id="{B625AECF-5BFA-4CB8-8DA5-F0CA1480B044}"/>
              </a:ext>
            </a:extLst>
          </p:cNvPr>
          <p:cNvSpPr>
            <a:spLocks xmlns:a="http://schemas.openxmlformats.org/drawingml/2006/main" noGrp="1"/>
          </p:cNvSpPr>
          <p:nvPr/>
        </p:nvSpPr>
        <p:spPr>
          <a:xfrm xmlns:a="http://schemas.openxmlformats.org/drawingml/2006/main">
            <a:off x="514350" y="5429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C9A227"/>
                </a:solidFill>
              </a:defRPr>
            </a:pPr>
            <a:r>
              <a:rPr sz="750" b="1">
                <a:solidFill>
                  <a:srgbClr val="C9A227"/>
                </a:solidFill>
              </a:rPr>
              <a:t>COLLECT, TRAIN, PREVIEW</a:t>
            </a:r>
          </a:p>
        </p:txBody>
      </p:sp>
      <p:sp>
        <p:nvSpPr>
          <p:cNvPr id="5" name="">
            <a:extLst xmlns:a="http://schemas.openxmlformats.org/drawingml/2006/main">
              <a:ext uri="{FF2B5EF4-FFF2-40B4-BE49-F238E27FC236}">
                <a16:creationId xmlns:a16="http://schemas.microsoft.com/office/drawing/2014/main" id="{53F9241D-1022-4B99-BB91-5F880D71F64F}"/>
              </a:ext>
            </a:extLst>
          </p:cNvPr>
          <p:cNvSpPr>
            <a:spLocks xmlns:a="http://schemas.openxmlformats.org/drawingml/2006/main" noGrp="1"/>
          </p:cNvSpPr>
          <p:nvPr/>
        </p:nvSpPr>
        <p:spPr>
          <a:xfrm xmlns:a="http://schemas.openxmlformats.org/drawingml/2006/main">
            <a:off x="514350" y="762000"/>
            <a:ext cx="1004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01B3A"/>
                </a:solidFill>
              </a:defRPr>
            </a:pPr>
            <a:r>
              <a:rPr sz="2700" b="1">
                <a:solidFill>
                  <a:srgbClr val="001B3A"/>
                </a:solidFill>
              </a:rPr>
              <a:t>Use the training screen as an experiment dashboard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b7c9b8f150f4c84"/>
          <a:stretch xmlns:a="http://schemas.openxmlformats.org/drawingml/2006/main"/>
        </p:blipFill>
        <p:spPr>
          <a:xfrm xmlns:a="http://schemas.openxmlformats.org/drawingml/2006/main">
            <a:off x="11258550" y="399746"/>
            <a:ext cx="457200" cy="22920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C0DE533-9548-4804-9810-EA86A964F1D9}"/>
              </a:ext>
            </a:extLst>
          </p:cNvPr>
          <p:cNvSpPr>
            <a:spLocks xmlns:a="http://schemas.openxmlformats.org/drawingml/2006/main" noGrp="1"/>
          </p:cNvSpPr>
          <p:nvPr/>
        </p:nvSpPr>
        <p:spPr>
          <a:xfrm xmlns:a="http://schemas.openxmlformats.org/drawingml/2006/main">
            <a:off x="514350" y="6505575"/>
            <a:ext cx="11163300" cy="9525"/>
          </a:xfrm>
          <a:prstGeom xmlns:a="http://schemas.openxmlformats.org/drawingml/2006/main" prst="rect">
            <a:avLst/>
          </a:prstGeom>
          <a:solidFill xmlns:a="http://schemas.openxmlformats.org/drawingml/2006/main">
            <a:srgbClr val="B8C7CF"/>
          </a:solidFill>
          <a:ln xmlns:a="http://schemas.openxmlformats.org/drawingml/2006/main" w="0">
            <a:solidFill>
              <a:srgbClr val="B8C7CF"/>
            </a:solidFill>
            <a:prstDash val="solid"/>
          </a:ln>
        </p:spPr>
      </p:sp>
      <p:sp>
        <p:nvSpPr>
          <p:cNvPr id="8" name="">
            <a:extLst xmlns:a="http://schemas.openxmlformats.org/drawingml/2006/main">
              <a:ext uri="{FF2B5EF4-FFF2-40B4-BE49-F238E27FC236}">
                <a16:creationId xmlns:a16="http://schemas.microsoft.com/office/drawing/2014/main" id="{09967A8F-8ED5-4546-8F78-098FB8EE5820}"/>
              </a:ext>
            </a:extLst>
          </p:cNvPr>
          <p:cNvSpPr>
            <a:spLocks xmlns:a="http://schemas.openxmlformats.org/drawingml/2006/main" noGrp="1"/>
          </p:cNvSpPr>
          <p:nvPr/>
        </p:nvSpPr>
        <p:spPr>
          <a:xfrm xmlns:a="http://schemas.openxmlformats.org/drawingml/2006/main">
            <a:off x="514350" y="6572250"/>
            <a:ext cx="42862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a:solidFill>
                  <a:srgbClr val="536A7B"/>
                </a:solidFill>
              </a:defRPr>
            </a:pPr>
            <a:r>
              <a:rPr sz="675">
                <a:solidFill>
                  <a:srgbClr val="536A7B"/>
                </a:solidFill>
              </a:rPr>
              <a:t>WRC | HOPPER STUDIO | INFORMATION SERIES</a:t>
            </a:r>
          </a:p>
        </p:txBody>
      </p:sp>
      <p:sp>
        <p:nvSpPr>
          <p:cNvPr id="9" name="">
            <a:extLst xmlns:a="http://schemas.openxmlformats.org/drawingml/2006/main">
              <a:ext uri="{FF2B5EF4-FFF2-40B4-BE49-F238E27FC236}">
                <a16:creationId xmlns:a16="http://schemas.microsoft.com/office/drawing/2014/main" id="{B2276709-D179-4D98-BEC4-CDCEAF204B53}"/>
              </a:ext>
            </a:extLst>
          </p:cNvPr>
          <p:cNvSpPr>
            <a:spLocks xmlns:a="http://schemas.openxmlformats.org/drawingml/2006/main" noGrp="1"/>
          </p:cNvSpPr>
          <p:nvPr/>
        </p:nvSpPr>
        <p:spPr>
          <a:xfrm xmlns:a="http://schemas.openxmlformats.org/drawingml/2006/main">
            <a:off x="10953750" y="6572250"/>
            <a:ext cx="72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a:solidFill>
                  <a:srgbClr val="536A7B"/>
                </a:solidFill>
              </a:defRPr>
            </a:pPr>
            <a:r>
              <a:rPr sz="675">
                <a:solidFill>
                  <a:srgbClr val="536A7B"/>
                </a:solidFill>
              </a:rPr>
              <a:t>5 / 10</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652875658a17436a"/>
          <a:stretch xmlns:a="http://schemas.openxmlformats.org/drawingml/2006/main"/>
        </p:blipFill>
        <p:spPr>
          <a:xfrm xmlns:a="http://schemas.openxmlformats.org/drawingml/2006/main">
            <a:off x="1227194" y="1390650"/>
            <a:ext cx="9737612" cy="4362450"/>
          </a:xfrm>
          <a:prstGeom xmlns:a="http://schemas.openxmlformats.org/drawingml/2006/main" prst="roundRect">
            <a:avLst>
              <a:gd name="adj" fmla="val 2620"/>
            </a:avLst>
          </a:prstGeom>
        </p:spPr>
      </p:pic>
      <p:sp>
        <p:nvSpPr>
          <p:cNvPr id="11" name="">
            <a:extLst xmlns:a="http://schemas.openxmlformats.org/drawingml/2006/main">
              <a:ext uri="{FF2B5EF4-FFF2-40B4-BE49-F238E27FC236}">
                <a16:creationId xmlns:a16="http://schemas.microsoft.com/office/drawing/2014/main" id="{CAF504AF-B687-4AD3-A1EF-8374A4AF879B}"/>
              </a:ext>
            </a:extLst>
          </p:cNvPr>
          <p:cNvSpPr>
            <a:spLocks xmlns:a="http://schemas.openxmlformats.org/drawingml/2006/main" noGrp="1"/>
          </p:cNvSpPr>
          <p:nvPr/>
        </p:nvSpPr>
        <p:spPr>
          <a:xfrm xmlns:a="http://schemas.openxmlformats.org/drawingml/2006/main">
            <a:off x="685800" y="5829300"/>
            <a:ext cx="3143250" cy="304800"/>
          </a:xfrm>
          <a:prstGeom xmlns:a="http://schemas.openxmlformats.org/drawingml/2006/main" prst="roundRect">
            <a:avLst>
              <a:gd name="adj" fmla="val 50000"/>
            </a:avLst>
          </a:prstGeom>
          <a:solidFill xmlns:a="http://schemas.openxmlformats.org/drawingml/2006/main">
            <a:srgbClr val="008C95"/>
          </a:solidFill>
          <a:ln xmlns:a="http://schemas.openxmlformats.org/drawingml/2006/main" w="14288">
            <a:solidFill>
              <a:srgbClr val="008C95"/>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1 · COLLECT BALANCED CLASSES</a:t>
            </a:r>
          </a:p>
        </p:txBody>
      </p:sp>
      <p:sp>
        <p:nvSpPr>
          <p:cNvPr id="12" name="">
            <a:extLst xmlns:a="http://schemas.openxmlformats.org/drawingml/2006/main">
              <a:ext uri="{FF2B5EF4-FFF2-40B4-BE49-F238E27FC236}">
                <a16:creationId xmlns:a16="http://schemas.microsoft.com/office/drawing/2014/main" id="{8E9FD4C5-2B71-44AE-88EE-BF1AC740640B}"/>
              </a:ext>
            </a:extLst>
          </p:cNvPr>
          <p:cNvSpPr>
            <a:spLocks xmlns:a="http://schemas.openxmlformats.org/drawingml/2006/main" noGrp="1"/>
          </p:cNvSpPr>
          <p:nvPr/>
        </p:nvSpPr>
        <p:spPr>
          <a:xfrm xmlns:a="http://schemas.openxmlformats.org/drawingml/2006/main">
            <a:off x="4533900" y="5829300"/>
            <a:ext cx="1714500" cy="304800"/>
          </a:xfrm>
          <a:prstGeom xmlns:a="http://schemas.openxmlformats.org/drawingml/2006/main" prst="roundRect">
            <a:avLst>
              <a:gd name="adj" fmla="val 50000"/>
            </a:avLst>
          </a:prstGeom>
          <a:solidFill xmlns:a="http://schemas.openxmlformats.org/drawingml/2006/main">
            <a:srgbClr val="C9A227"/>
          </a:solidFill>
          <a:ln xmlns:a="http://schemas.openxmlformats.org/drawingml/2006/main" w="14288">
            <a:solidFill>
              <a:srgbClr val="C9A227"/>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001B3A"/>
                </a:solidFill>
              </a:defRPr>
            </a:pPr>
            <a:r>
              <a:rPr sz="1050" b="1">
                <a:solidFill>
                  <a:srgbClr val="001B3A"/>
                </a:solidFill>
              </a:rPr>
              <a:t>2 · TRAIN</a:t>
            </a:r>
          </a:p>
        </p:txBody>
      </p:sp>
      <p:sp>
        <p:nvSpPr>
          <p:cNvPr id="13" name="">
            <a:extLst xmlns:a="http://schemas.openxmlformats.org/drawingml/2006/main">
              <a:ext uri="{FF2B5EF4-FFF2-40B4-BE49-F238E27FC236}">
                <a16:creationId xmlns:a16="http://schemas.microsoft.com/office/drawing/2014/main" id="{43E67A12-43BD-4171-9113-CBE8580B17F4}"/>
              </a:ext>
            </a:extLst>
          </p:cNvPr>
          <p:cNvSpPr>
            <a:spLocks xmlns:a="http://schemas.openxmlformats.org/drawingml/2006/main" noGrp="1"/>
          </p:cNvSpPr>
          <p:nvPr/>
        </p:nvSpPr>
        <p:spPr>
          <a:xfrm xmlns:a="http://schemas.openxmlformats.org/drawingml/2006/main">
            <a:off x="6953250" y="5829300"/>
            <a:ext cx="3714750" cy="304800"/>
          </a:xfrm>
          <a:prstGeom xmlns:a="http://schemas.openxmlformats.org/drawingml/2006/main" prst="roundRect">
            <a:avLst>
              <a:gd name="adj" fmla="val 50000"/>
            </a:avLst>
          </a:prstGeom>
          <a:solidFill xmlns:a="http://schemas.openxmlformats.org/drawingml/2006/main">
            <a:srgbClr val="D94F5C"/>
          </a:solidFill>
          <a:ln xmlns:a="http://schemas.openxmlformats.org/drawingml/2006/main" w="14288">
            <a:solidFill>
              <a:srgbClr val="D94F5C"/>
            </a:solidFill>
            <a:prstDash val="solid"/>
          </a:ln>
        </p:spPr>
        <p:txBody>
          <a:bodyPr xmlns:a="http://schemas.openxmlformats.org/drawingml/2006/main"/>
          <a:lstStyle xmlns:a="http://schemas.openxmlformats.org/drawingml/2006/main"/>
          <a:p xmlns:a="http://schemas.openxmlformats.org/drawingml/2006/main">
            <a:pPr algn="ctr">
              <a:defRPr sz="1050" b="1">
                <a:solidFill>
                  <a:srgbClr val="FFFFFF"/>
                </a:solidFill>
              </a:defRPr>
            </a:pPr>
            <a:r>
              <a:rPr sz="1050" b="1">
                <a:solidFill>
                  <a:srgbClr val="FFFFFF"/>
                </a:solidFill>
              </a:rPr>
              <a:t>3 · PREVIEW UNSEEN VIEWS</a:t>
            </a:r>
          </a:p>
        </p:txBody>
      </p:sp>
    </p:spTree>
    <p:extLst>
      <p:ext uri="{BB962C8B-B14F-4D97-AF65-F5344CB8AC3E}">
        <p14:creationId xmlns:p14="http://schemas.microsoft.com/office/powerpoint/2010/main" val="4030514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b30d8a86def44f0f"/>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6A03D5-863B-44F6-9D6A-56F006148297}"/>
              </a:ext>
            </a:extLst>
          </p:cNvPr>
          <p:cNvSpPr>
            <a:spLocks xmlns:a="http://schemas.openxmlformats.org/drawingml/2006/main" noGrp="1"/>
          </p:cNvSpPr>
          <p:nvPr/>
        </p:nvSpPr>
        <p:spPr>
          <a:xfrm xmlns:a="http://schemas.openxmlformats.org/drawingml/2006/main">
            <a:off x="323850" y="257175"/>
            <a:ext cx="2667000" cy="247650"/>
          </a:xfrm>
          <a:prstGeom xmlns:a="http://schemas.openxmlformats.org/drawingml/2006/main" prst="rect">
            <a:avLst/>
          </a:prstGeom>
          <a:solidFill xmlns:a="http://schemas.openxmlformats.org/drawingml/2006/main">
            <a:srgbClr val="EEF3F5"/>
          </a:solidFill>
          <a:ln xmlns:a="http://schemas.openxmlformats.org/drawingml/2006/main" w="0">
            <a:solidFill>
              <a:srgbClr val="EEF3F5"/>
            </a:solidFill>
            <a:prstDash val="solid"/>
          </a:ln>
        </p:spPr>
      </p:sp>
      <p:sp>
        <p:nvSpPr>
          <p:cNvPr id="3" name="">
            <a:extLst xmlns:a="http://schemas.openxmlformats.org/drawingml/2006/main">
              <a:ext uri="{FF2B5EF4-FFF2-40B4-BE49-F238E27FC236}">
                <a16:creationId xmlns:a16="http://schemas.microsoft.com/office/drawing/2014/main" id="{88E79119-CC05-4F22-B7FD-DD3DAB445D13}"/>
              </a:ext>
            </a:extLst>
          </p:cNvPr>
          <p:cNvSpPr>
            <a:spLocks xmlns:a="http://schemas.openxmlformats.org/drawingml/2006/main" noGrp="1"/>
          </p:cNvSpPr>
          <p:nvPr/>
        </p:nvSpPr>
        <p:spPr>
          <a:xfrm xmlns:a="http://schemas.openxmlformats.org/drawingml/2006/main">
            <a:off x="381000" y="3238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008C95"/>
                </a:solidFill>
              </a:defRPr>
            </a:pPr>
            <a:r>
              <a:rPr sz="750" b="1">
                <a:solidFill>
                  <a:srgbClr val="008C95"/>
                </a:solidFill>
              </a:rPr>
              <a:t>TEACHABLE MACHINE / 06</a:t>
            </a:r>
          </a:p>
        </p:txBody>
      </p:sp>
      <p:sp>
        <p:nvSpPr>
          <p:cNvPr id="4" name="">
            <a:extLst xmlns:a="http://schemas.openxmlformats.org/drawingml/2006/main">
              <a:ext uri="{FF2B5EF4-FFF2-40B4-BE49-F238E27FC236}">
                <a16:creationId xmlns:a16="http://schemas.microsoft.com/office/drawing/2014/main" id="{71AE49D3-8594-4890-864A-FFB051ACB0A2}"/>
              </a:ext>
            </a:extLst>
          </p:cNvPr>
          <p:cNvSpPr>
            <a:spLocks xmlns:a="http://schemas.openxmlformats.org/drawingml/2006/main" noGrp="1"/>
          </p:cNvSpPr>
          <p:nvPr/>
        </p:nvSpPr>
        <p:spPr>
          <a:xfrm xmlns:a="http://schemas.openxmlformats.org/drawingml/2006/main">
            <a:off x="10820400" y="6496050"/>
            <a:ext cx="914400" cy="238125"/>
          </a:xfrm>
          <a:prstGeom xmlns:a="http://schemas.openxmlformats.org/drawingml/2006/main" prst="rect">
            <a:avLst/>
          </a:prstGeom>
          <a:solidFill xmlns:a="http://schemas.openxmlformats.org/drawingml/2006/main">
            <a:srgbClr val="EEF3F5"/>
          </a:solidFill>
          <a:ln xmlns:a="http://schemas.openxmlformats.org/drawingml/2006/main" w="0">
            <a:solidFill>
              <a:srgbClr val="EEF3F5"/>
            </a:solidFill>
            <a:prstDash val="solid"/>
          </a:ln>
        </p:spPr>
      </p:sp>
      <p:sp>
        <p:nvSpPr>
          <p:cNvPr id="5" name="">
            <a:extLst xmlns:a="http://schemas.openxmlformats.org/drawingml/2006/main">
              <a:ext uri="{FF2B5EF4-FFF2-40B4-BE49-F238E27FC236}">
                <a16:creationId xmlns:a16="http://schemas.microsoft.com/office/drawing/2014/main" id="{85F16EC2-456A-4394-8FC4-4666A8118D10}"/>
              </a:ext>
            </a:extLst>
          </p:cNvPr>
          <p:cNvSpPr>
            <a:spLocks xmlns:a="http://schemas.openxmlformats.org/drawingml/2006/main" noGrp="1"/>
          </p:cNvSpPr>
          <p:nvPr/>
        </p:nvSpPr>
        <p:spPr>
          <a:xfrm xmlns:a="http://schemas.openxmlformats.org/drawingml/2006/main">
            <a:off x="10934700" y="65722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a:solidFill>
                  <a:srgbClr val="536A7B"/>
                </a:solidFill>
              </a:defRPr>
            </a:pPr>
            <a:r>
              <a:rPr sz="675">
                <a:solidFill>
                  <a:srgbClr val="536A7B"/>
                </a:solidFill>
              </a:rPr>
              <a:t>6 / 10</a:t>
            </a:r>
          </a:p>
        </p:txBody>
      </p:sp>
    </p:spTree>
    <p:extLst>
      <p:ext uri="{BB962C8B-B14F-4D97-AF65-F5344CB8AC3E}">
        <p14:creationId xmlns:p14="http://schemas.microsoft.com/office/powerpoint/2010/main" val="186447820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a988d518c9041c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22BC1DD-DFB9-4563-B1BE-61104A6F295F}"/>
              </a:ext>
            </a:extLst>
          </p:cNvPr>
          <p:cNvSpPr>
            <a:spLocks xmlns:a="http://schemas.openxmlformats.org/drawingml/2006/main" noGrp="1"/>
          </p:cNvSpPr>
          <p:nvPr/>
        </p:nvSpPr>
        <p:spPr>
          <a:xfrm xmlns:a="http://schemas.openxmlformats.org/drawingml/2006/main">
            <a:off x="323850" y="257175"/>
            <a:ext cx="2667000" cy="247650"/>
          </a:xfrm>
          <a:prstGeom xmlns:a="http://schemas.openxmlformats.org/drawingml/2006/main" prst="rect">
            <a:avLst/>
          </a:prstGeom>
          <a:solidFill xmlns:a="http://schemas.openxmlformats.org/drawingml/2006/main">
            <a:srgbClr val="EEF3F5"/>
          </a:solidFill>
          <a:ln xmlns:a="http://schemas.openxmlformats.org/drawingml/2006/main" w="0">
            <a:solidFill>
              <a:srgbClr val="EEF3F5"/>
            </a:solidFill>
            <a:prstDash val="solid"/>
          </a:ln>
        </p:spPr>
      </p:sp>
      <p:sp>
        <p:nvSpPr>
          <p:cNvPr id="3" name="">
            <a:extLst xmlns:a="http://schemas.openxmlformats.org/drawingml/2006/main">
              <a:ext uri="{FF2B5EF4-FFF2-40B4-BE49-F238E27FC236}">
                <a16:creationId xmlns:a16="http://schemas.microsoft.com/office/drawing/2014/main" id="{65C67C54-8775-4552-ACC1-E474EE6AB8FE}"/>
              </a:ext>
            </a:extLst>
          </p:cNvPr>
          <p:cNvSpPr>
            <a:spLocks xmlns:a="http://schemas.openxmlformats.org/drawingml/2006/main" noGrp="1"/>
          </p:cNvSpPr>
          <p:nvPr/>
        </p:nvSpPr>
        <p:spPr>
          <a:xfrm xmlns:a="http://schemas.openxmlformats.org/drawingml/2006/main">
            <a:off x="381000" y="3238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008C95"/>
                </a:solidFill>
              </a:defRPr>
            </a:pPr>
            <a:r>
              <a:rPr sz="750" b="1">
                <a:solidFill>
                  <a:srgbClr val="008C95"/>
                </a:solidFill>
              </a:rPr>
              <a:t>TEACHABLE MACHINE / 07</a:t>
            </a:r>
          </a:p>
        </p:txBody>
      </p:sp>
      <p:sp>
        <p:nvSpPr>
          <p:cNvPr id="4" name="">
            <a:extLst xmlns:a="http://schemas.openxmlformats.org/drawingml/2006/main">
              <a:ext uri="{FF2B5EF4-FFF2-40B4-BE49-F238E27FC236}">
                <a16:creationId xmlns:a16="http://schemas.microsoft.com/office/drawing/2014/main" id="{7DBA855B-AEB3-4AFB-8B82-75B252C6A307}"/>
              </a:ext>
            </a:extLst>
          </p:cNvPr>
          <p:cNvSpPr>
            <a:spLocks xmlns:a="http://schemas.openxmlformats.org/drawingml/2006/main" noGrp="1"/>
          </p:cNvSpPr>
          <p:nvPr/>
        </p:nvSpPr>
        <p:spPr>
          <a:xfrm xmlns:a="http://schemas.openxmlformats.org/drawingml/2006/main">
            <a:off x="10820400" y="6496050"/>
            <a:ext cx="914400" cy="238125"/>
          </a:xfrm>
          <a:prstGeom xmlns:a="http://schemas.openxmlformats.org/drawingml/2006/main" prst="rect">
            <a:avLst/>
          </a:prstGeom>
          <a:solidFill xmlns:a="http://schemas.openxmlformats.org/drawingml/2006/main">
            <a:srgbClr val="EEF3F5"/>
          </a:solidFill>
          <a:ln xmlns:a="http://schemas.openxmlformats.org/drawingml/2006/main" w="0">
            <a:solidFill>
              <a:srgbClr val="EEF3F5"/>
            </a:solidFill>
            <a:prstDash val="solid"/>
          </a:ln>
        </p:spPr>
      </p:sp>
      <p:sp>
        <p:nvSpPr>
          <p:cNvPr id="5" name="">
            <a:extLst xmlns:a="http://schemas.openxmlformats.org/drawingml/2006/main">
              <a:ext uri="{FF2B5EF4-FFF2-40B4-BE49-F238E27FC236}">
                <a16:creationId xmlns:a16="http://schemas.microsoft.com/office/drawing/2014/main" id="{3C01EC2A-5533-47CD-BD65-84AC9556B7B1}"/>
              </a:ext>
            </a:extLst>
          </p:cNvPr>
          <p:cNvSpPr>
            <a:spLocks xmlns:a="http://schemas.openxmlformats.org/drawingml/2006/main" noGrp="1"/>
          </p:cNvSpPr>
          <p:nvPr/>
        </p:nvSpPr>
        <p:spPr>
          <a:xfrm xmlns:a="http://schemas.openxmlformats.org/drawingml/2006/main">
            <a:off x="10934700" y="65722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a:solidFill>
                  <a:srgbClr val="536A7B"/>
                </a:solidFill>
              </a:defRPr>
            </a:pPr>
            <a:r>
              <a:rPr sz="675">
                <a:solidFill>
                  <a:srgbClr val="536A7B"/>
                </a:solidFill>
              </a:rPr>
              <a:t>7 / 10</a:t>
            </a:r>
          </a:p>
        </p:txBody>
      </p:sp>
    </p:spTree>
    <p:extLst>
      <p:ext uri="{BB962C8B-B14F-4D97-AF65-F5344CB8AC3E}">
        <p14:creationId xmlns:p14="http://schemas.microsoft.com/office/powerpoint/2010/main" val="1557589090"/>
      </p:ext>
    </p:extLst>
  </p:cSld>
</p:sld>
</file>

<file path=ppt/slides/slide8.xml><?xml version="1.0" encoding="utf-8"?>
<p:sld xmlns:p="http://schemas.openxmlformats.org/presentationml/2006/main">
  <p:cSld>
    <p:bg>
      <p:bgPr>
        <a:solidFill xmlns:a="http://schemas.openxmlformats.org/drawingml/2006/main">
          <a:srgbClr val="EEF3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3653B14-E0F2-4316-A6CD-FDEC81324DC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1B3A"/>
          </a:solidFill>
          <a:ln xmlns:a="http://schemas.openxmlformats.org/drawingml/2006/main" w="0">
            <a:solidFill>
              <a:srgbClr val="001B3A"/>
            </a:solidFill>
            <a:prstDash val="solid"/>
          </a:ln>
        </p:spPr>
      </p:sp>
      <p:sp>
        <p:nvSpPr>
          <p:cNvPr id="2" name="">
            <a:extLst xmlns:a="http://schemas.openxmlformats.org/drawingml/2006/main">
              <a:ext uri="{FF2B5EF4-FFF2-40B4-BE49-F238E27FC236}">
                <a16:creationId xmlns:a16="http://schemas.microsoft.com/office/drawing/2014/main" id="{4A028A9A-2711-4072-915F-BCC45C590422}"/>
              </a:ext>
            </a:extLst>
          </p:cNvPr>
          <p:cNvSpPr>
            <a:spLocks xmlns:a="http://schemas.openxmlformats.org/drawingml/2006/main" noGrp="1"/>
          </p:cNvSpPr>
          <p:nvPr/>
        </p:nvSpPr>
        <p:spPr>
          <a:xfrm xmlns:a="http://schemas.openxmlformats.org/drawingml/2006/main">
            <a:off x="0" y="95250"/>
            <a:ext cx="12192000" cy="47625"/>
          </a:xfrm>
          <a:prstGeom xmlns:a="http://schemas.openxmlformats.org/drawingml/2006/main" prst="rect">
            <a:avLst/>
          </a:prstGeom>
          <a:solidFill xmlns:a="http://schemas.openxmlformats.org/drawingml/2006/main">
            <a:srgbClr val="008C95"/>
          </a:solidFill>
          <a:ln xmlns:a="http://schemas.openxmlformats.org/drawingml/2006/main" w="0">
            <a:solidFill>
              <a:srgbClr val="008C95"/>
            </a:solidFill>
            <a:prstDash val="solid"/>
          </a:ln>
        </p:spPr>
      </p:sp>
      <p:sp>
        <p:nvSpPr>
          <p:cNvPr id="3" name="">
            <a:extLst xmlns:a="http://schemas.openxmlformats.org/drawingml/2006/main">
              <a:ext uri="{FF2B5EF4-FFF2-40B4-BE49-F238E27FC236}">
                <a16:creationId xmlns:a16="http://schemas.microsoft.com/office/drawing/2014/main" id="{9FB7CAC6-4427-4718-BF7B-3C0D2AE0423E}"/>
              </a:ext>
            </a:extLst>
          </p:cNvPr>
          <p:cNvSpPr>
            <a:spLocks xmlns:a="http://schemas.openxmlformats.org/drawingml/2006/main" noGrp="1"/>
          </p:cNvSpPr>
          <p:nvPr/>
        </p:nvSpPr>
        <p:spPr>
          <a:xfrm xmlns:a="http://schemas.openxmlformats.org/drawingml/2006/main">
            <a:off x="514350" y="295275"/>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8C95"/>
                </a:solidFill>
              </a:defRPr>
            </a:pPr>
            <a:r>
              <a:rPr sz="900" b="1">
                <a:solidFill>
                  <a:srgbClr val="008C95"/>
                </a:solidFill>
              </a:rPr>
              <a:t>TEACHABLE MACHINE / 08</a:t>
            </a:r>
          </a:p>
        </p:txBody>
      </p:sp>
      <p:sp>
        <p:nvSpPr>
          <p:cNvPr id="4" name="">
            <a:extLst xmlns:a="http://schemas.openxmlformats.org/drawingml/2006/main">
              <a:ext uri="{FF2B5EF4-FFF2-40B4-BE49-F238E27FC236}">
                <a16:creationId xmlns:a16="http://schemas.microsoft.com/office/drawing/2014/main" id="{2F3FFCE8-3B61-4770-A4CB-D04AE4672024}"/>
              </a:ext>
            </a:extLst>
          </p:cNvPr>
          <p:cNvSpPr>
            <a:spLocks xmlns:a="http://schemas.openxmlformats.org/drawingml/2006/main" noGrp="1"/>
          </p:cNvSpPr>
          <p:nvPr/>
        </p:nvSpPr>
        <p:spPr>
          <a:xfrm xmlns:a="http://schemas.openxmlformats.org/drawingml/2006/main">
            <a:off x="514350" y="5429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C9A227"/>
                </a:solidFill>
              </a:defRPr>
            </a:pPr>
            <a:r>
              <a:rPr sz="750" b="1">
                <a:solidFill>
                  <a:srgbClr val="C9A227"/>
                </a:solidFill>
              </a:rPr>
              <a:t>MISSION CODE</a:t>
            </a:r>
          </a:p>
        </p:txBody>
      </p:sp>
      <p:sp>
        <p:nvSpPr>
          <p:cNvPr id="5" name="">
            <a:extLst xmlns:a="http://schemas.openxmlformats.org/drawingml/2006/main">
              <a:ext uri="{FF2B5EF4-FFF2-40B4-BE49-F238E27FC236}">
                <a16:creationId xmlns:a16="http://schemas.microsoft.com/office/drawing/2014/main" id="{6BC8A41A-22AB-402A-97BD-8C188A9F25F2}"/>
              </a:ext>
            </a:extLst>
          </p:cNvPr>
          <p:cNvSpPr>
            <a:spLocks xmlns:a="http://schemas.openxmlformats.org/drawingml/2006/main" noGrp="1"/>
          </p:cNvSpPr>
          <p:nvPr/>
        </p:nvSpPr>
        <p:spPr>
          <a:xfrm xmlns:a="http://schemas.openxmlformats.org/drawingml/2006/main">
            <a:off x="514350" y="762000"/>
            <a:ext cx="1004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01B3A"/>
                </a:solidFill>
              </a:defRPr>
            </a:pPr>
            <a:r>
              <a:rPr sz="2700" b="1">
                <a:solidFill>
                  <a:srgbClr val="001B3A"/>
                </a:solidFill>
              </a:rPr>
              <a:t>Ask for one label, one threshold, and one safe outcome</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b06d055269e64f59"/>
          <a:stretch xmlns:a="http://schemas.openxmlformats.org/drawingml/2006/main"/>
        </p:blipFill>
        <p:spPr>
          <a:xfrm xmlns:a="http://schemas.openxmlformats.org/drawingml/2006/main">
            <a:off x="11258550" y="399746"/>
            <a:ext cx="457200" cy="22920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1A3CFFA-ECD8-4D53-9F8A-BCD6C9182BDB}"/>
              </a:ext>
            </a:extLst>
          </p:cNvPr>
          <p:cNvSpPr>
            <a:spLocks xmlns:a="http://schemas.openxmlformats.org/drawingml/2006/main" noGrp="1"/>
          </p:cNvSpPr>
          <p:nvPr/>
        </p:nvSpPr>
        <p:spPr>
          <a:xfrm xmlns:a="http://schemas.openxmlformats.org/drawingml/2006/main">
            <a:off x="514350" y="6505575"/>
            <a:ext cx="11163300" cy="9525"/>
          </a:xfrm>
          <a:prstGeom xmlns:a="http://schemas.openxmlformats.org/drawingml/2006/main" prst="rect">
            <a:avLst/>
          </a:prstGeom>
          <a:solidFill xmlns:a="http://schemas.openxmlformats.org/drawingml/2006/main">
            <a:srgbClr val="B8C7CF"/>
          </a:solidFill>
          <a:ln xmlns:a="http://schemas.openxmlformats.org/drawingml/2006/main" w="0">
            <a:solidFill>
              <a:srgbClr val="B8C7CF"/>
            </a:solidFill>
            <a:prstDash val="solid"/>
          </a:ln>
        </p:spPr>
      </p:sp>
      <p:sp>
        <p:nvSpPr>
          <p:cNvPr id="8" name="">
            <a:extLst xmlns:a="http://schemas.openxmlformats.org/drawingml/2006/main">
              <a:ext uri="{FF2B5EF4-FFF2-40B4-BE49-F238E27FC236}">
                <a16:creationId xmlns:a16="http://schemas.microsoft.com/office/drawing/2014/main" id="{B4261ED7-14E7-4A65-997A-81CF2B5D219F}"/>
              </a:ext>
            </a:extLst>
          </p:cNvPr>
          <p:cNvSpPr>
            <a:spLocks xmlns:a="http://schemas.openxmlformats.org/drawingml/2006/main" noGrp="1"/>
          </p:cNvSpPr>
          <p:nvPr/>
        </p:nvSpPr>
        <p:spPr>
          <a:xfrm xmlns:a="http://schemas.openxmlformats.org/drawingml/2006/main">
            <a:off x="514350" y="6572250"/>
            <a:ext cx="42862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a:solidFill>
                  <a:srgbClr val="536A7B"/>
                </a:solidFill>
              </a:defRPr>
            </a:pPr>
            <a:r>
              <a:rPr sz="675">
                <a:solidFill>
                  <a:srgbClr val="536A7B"/>
                </a:solidFill>
              </a:rPr>
              <a:t>WRC | HOPPER STUDIO | INFORMATION SERIES</a:t>
            </a:r>
          </a:p>
        </p:txBody>
      </p:sp>
      <p:sp>
        <p:nvSpPr>
          <p:cNvPr id="9" name="">
            <a:extLst xmlns:a="http://schemas.openxmlformats.org/drawingml/2006/main">
              <a:ext uri="{FF2B5EF4-FFF2-40B4-BE49-F238E27FC236}">
                <a16:creationId xmlns:a16="http://schemas.microsoft.com/office/drawing/2014/main" id="{A7290CE0-FE89-4806-95D4-6A1A723CDC8B}"/>
              </a:ext>
            </a:extLst>
          </p:cNvPr>
          <p:cNvSpPr>
            <a:spLocks xmlns:a="http://schemas.openxmlformats.org/drawingml/2006/main" noGrp="1"/>
          </p:cNvSpPr>
          <p:nvPr/>
        </p:nvSpPr>
        <p:spPr>
          <a:xfrm xmlns:a="http://schemas.openxmlformats.org/drawingml/2006/main">
            <a:off x="10953750" y="6572250"/>
            <a:ext cx="72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a:solidFill>
                  <a:srgbClr val="536A7B"/>
                </a:solidFill>
              </a:defRPr>
            </a:pPr>
            <a:r>
              <a:rPr sz="675">
                <a:solidFill>
                  <a:srgbClr val="536A7B"/>
                </a:solidFill>
              </a:rPr>
              <a:t>8 / 10</a:t>
            </a:r>
          </a:p>
        </p:txBody>
      </p:sp>
      <p:sp>
        <p:nvSpPr>
          <p:cNvPr id="10" name="">
            <a:extLst xmlns:a="http://schemas.openxmlformats.org/drawingml/2006/main">
              <a:ext uri="{FF2B5EF4-FFF2-40B4-BE49-F238E27FC236}">
                <a16:creationId xmlns:a16="http://schemas.microsoft.com/office/drawing/2014/main" id="{F8360A14-B565-40AB-96D9-DC0F9ADE8B99}"/>
              </a:ext>
            </a:extLst>
          </p:cNvPr>
          <p:cNvSpPr>
            <a:spLocks xmlns:a="http://schemas.openxmlformats.org/drawingml/2006/main" noGrp="1"/>
          </p:cNvSpPr>
          <p:nvPr/>
        </p:nvSpPr>
        <p:spPr>
          <a:xfrm xmlns:a="http://schemas.openxmlformats.org/drawingml/2006/main">
            <a:off x="514350" y="1409700"/>
            <a:ext cx="6191250" cy="4819650"/>
          </a:xfrm>
          <a:prstGeom xmlns:a="http://schemas.openxmlformats.org/drawingml/2006/main" prst="roundRect">
            <a:avLst>
              <a:gd name="adj" fmla="val 2372"/>
            </a:avLst>
          </a:prstGeom>
          <a:solidFill xmlns:a="http://schemas.openxmlformats.org/drawingml/2006/main">
            <a:srgbClr val="062B4D"/>
          </a:solidFill>
          <a:ln xmlns:a="http://schemas.openxmlformats.org/drawingml/2006/main" w="14288">
            <a:solidFill>
              <a:srgbClr val="0C365A"/>
            </a:solidFill>
            <a:prstDash val="solid"/>
          </a:ln>
        </p:spPr>
      </p:sp>
      <p:sp>
        <p:nvSpPr>
          <p:cNvPr id="11" name="">
            <a:extLst xmlns:a="http://schemas.openxmlformats.org/drawingml/2006/main">
              <a:ext uri="{FF2B5EF4-FFF2-40B4-BE49-F238E27FC236}">
                <a16:creationId xmlns:a16="http://schemas.microsoft.com/office/drawing/2014/main" id="{F710A351-6680-4A3A-9750-A1D22C4C254E}"/>
              </a:ext>
            </a:extLst>
          </p:cNvPr>
          <p:cNvSpPr>
            <a:spLocks xmlns:a="http://schemas.openxmlformats.org/drawingml/2006/main" noGrp="1"/>
          </p:cNvSpPr>
          <p:nvPr/>
        </p:nvSpPr>
        <p:spPr>
          <a:xfrm xmlns:a="http://schemas.openxmlformats.org/drawingml/2006/main">
            <a:off x="514350" y="1409700"/>
            <a:ext cx="6191250" cy="342900"/>
          </a:xfrm>
          <a:prstGeom xmlns:a="http://schemas.openxmlformats.org/drawingml/2006/main" prst="rect">
            <a:avLst/>
          </a:prstGeom>
          <a:solidFill xmlns:a="http://schemas.openxmlformats.org/drawingml/2006/main">
            <a:srgbClr val="071A30"/>
          </a:solidFill>
          <a:ln xmlns:a="http://schemas.openxmlformats.org/drawingml/2006/main" w="0">
            <a:solidFill>
              <a:srgbClr val="071A30"/>
            </a:solidFill>
            <a:prstDash val="solid"/>
          </a:ln>
        </p:spPr>
      </p:sp>
      <p:sp>
        <p:nvSpPr>
          <p:cNvPr id="12" name="">
            <a:extLst xmlns:a="http://schemas.openxmlformats.org/drawingml/2006/main">
              <a:ext uri="{FF2B5EF4-FFF2-40B4-BE49-F238E27FC236}">
                <a16:creationId xmlns:a16="http://schemas.microsoft.com/office/drawing/2014/main" id="{2F3D7078-8D5F-434C-9422-2A8542DFFF11}"/>
              </a:ext>
            </a:extLst>
          </p:cNvPr>
          <p:cNvSpPr>
            <a:spLocks xmlns:a="http://schemas.openxmlformats.org/drawingml/2006/main" noGrp="1"/>
          </p:cNvSpPr>
          <p:nvPr/>
        </p:nvSpPr>
        <p:spPr>
          <a:xfrm xmlns:a="http://schemas.openxmlformats.org/drawingml/2006/main">
            <a:off x="666750" y="1533525"/>
            <a:ext cx="85725" cy="85725"/>
          </a:xfrm>
          <a:prstGeom xmlns:a="http://schemas.openxmlformats.org/drawingml/2006/main" prst="ellipse">
            <a:avLst/>
          </a:prstGeom>
          <a:solidFill xmlns:a="http://schemas.openxmlformats.org/drawingml/2006/main">
            <a:srgbClr val="F16B72"/>
          </a:solidFill>
          <a:ln xmlns:a="http://schemas.openxmlformats.org/drawingml/2006/main" w="0">
            <a:solidFill>
              <a:srgbClr val="F16B72"/>
            </a:solidFill>
            <a:prstDash val="solid"/>
          </a:ln>
        </p:spPr>
      </p:sp>
      <p:sp>
        <p:nvSpPr>
          <p:cNvPr id="13" name="">
            <a:extLst xmlns:a="http://schemas.openxmlformats.org/drawingml/2006/main">
              <a:ext uri="{FF2B5EF4-FFF2-40B4-BE49-F238E27FC236}">
                <a16:creationId xmlns:a16="http://schemas.microsoft.com/office/drawing/2014/main" id="{7BC4F9F8-375E-45B1-A897-1601D99546B9}"/>
              </a:ext>
            </a:extLst>
          </p:cNvPr>
          <p:cNvSpPr>
            <a:spLocks xmlns:a="http://schemas.openxmlformats.org/drawingml/2006/main" noGrp="1"/>
          </p:cNvSpPr>
          <p:nvPr/>
        </p:nvSpPr>
        <p:spPr>
          <a:xfrm xmlns:a="http://schemas.openxmlformats.org/drawingml/2006/main">
            <a:off x="838200" y="1533525"/>
            <a:ext cx="85725" cy="85725"/>
          </a:xfrm>
          <a:prstGeom xmlns:a="http://schemas.openxmlformats.org/drawingml/2006/main" prst="ellipse">
            <a:avLst/>
          </a:prstGeom>
          <a:solidFill xmlns:a="http://schemas.openxmlformats.org/drawingml/2006/main">
            <a:srgbClr val="EABF48"/>
          </a:solidFill>
          <a:ln xmlns:a="http://schemas.openxmlformats.org/drawingml/2006/main" w="0">
            <a:solidFill>
              <a:srgbClr val="EABF48"/>
            </a:solidFill>
            <a:prstDash val="solid"/>
          </a:ln>
        </p:spPr>
      </p:sp>
      <p:sp>
        <p:nvSpPr>
          <p:cNvPr id="14" name="">
            <a:extLst xmlns:a="http://schemas.openxmlformats.org/drawingml/2006/main">
              <a:ext uri="{FF2B5EF4-FFF2-40B4-BE49-F238E27FC236}">
                <a16:creationId xmlns:a16="http://schemas.microsoft.com/office/drawing/2014/main" id="{A2E9AFE6-5111-445C-A56D-3B1955EF2F45}"/>
              </a:ext>
            </a:extLst>
          </p:cNvPr>
          <p:cNvSpPr>
            <a:spLocks xmlns:a="http://schemas.openxmlformats.org/drawingml/2006/main" noGrp="1"/>
          </p:cNvSpPr>
          <p:nvPr/>
        </p:nvSpPr>
        <p:spPr>
          <a:xfrm xmlns:a="http://schemas.openxmlformats.org/drawingml/2006/main">
            <a:off x="1009650" y="1533525"/>
            <a:ext cx="85725" cy="85725"/>
          </a:xfrm>
          <a:prstGeom xmlns:a="http://schemas.openxmlformats.org/drawingml/2006/main" prst="ellipse">
            <a:avLst/>
          </a:prstGeom>
          <a:solidFill xmlns:a="http://schemas.openxmlformats.org/drawingml/2006/main">
            <a:srgbClr val="4CC2A8"/>
          </a:solidFill>
          <a:ln xmlns:a="http://schemas.openxmlformats.org/drawingml/2006/main" w="0">
            <a:solidFill>
              <a:srgbClr val="4CC2A8"/>
            </a:solidFill>
            <a:prstDash val="solid"/>
          </a:ln>
        </p:spPr>
      </p:sp>
      <p:sp>
        <p:nvSpPr>
          <p:cNvPr id="15" name="">
            <a:extLst xmlns:a="http://schemas.openxmlformats.org/drawingml/2006/main">
              <a:ext uri="{FF2B5EF4-FFF2-40B4-BE49-F238E27FC236}">
                <a16:creationId xmlns:a16="http://schemas.microsoft.com/office/drawing/2014/main" id="{F17B19C8-CE82-44BE-98D5-3ECD9606C4F6}"/>
              </a:ext>
            </a:extLst>
          </p:cNvPr>
          <p:cNvSpPr>
            <a:spLocks xmlns:a="http://schemas.openxmlformats.org/drawingml/2006/main" noGrp="1"/>
          </p:cNvSpPr>
          <p:nvPr/>
        </p:nvSpPr>
        <p:spPr>
          <a:xfrm xmlns:a="http://schemas.openxmlformats.org/drawingml/2006/main">
            <a:off x="1257300" y="1495425"/>
            <a:ext cx="527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825" b="1">
                <a:solidFill>
                  <a:srgbClr val="A7C2CF"/>
                </a:solidFill>
              </a:defRPr>
            </a:pPr>
            <a:r>
              <a:rPr sz="825" b="1">
                <a:solidFill>
                  <a:srgbClr val="A7C2CF"/>
                </a:solidFill>
              </a:rPr>
              <a:t>CUSTOM LABEL DECISION · PROGRAM.JS</a:t>
            </a:r>
          </a:p>
        </p:txBody>
      </p:sp>
      <p:sp>
        <p:nvSpPr>
          <p:cNvPr id="16" name="">
            <a:extLst xmlns:a="http://schemas.openxmlformats.org/drawingml/2006/main">
              <a:ext uri="{FF2B5EF4-FFF2-40B4-BE49-F238E27FC236}">
                <a16:creationId xmlns:a16="http://schemas.microsoft.com/office/drawing/2014/main" id="{33586D72-E8ED-47E7-8757-67D53BD96863}"/>
              </a:ext>
            </a:extLst>
          </p:cNvPr>
          <p:cNvSpPr>
            <a:spLocks xmlns:a="http://schemas.openxmlformats.org/drawingml/2006/main" noGrp="1"/>
          </p:cNvSpPr>
          <p:nvPr/>
        </p:nvSpPr>
        <p:spPr>
          <a:xfrm xmlns:a="http://schemas.openxmlformats.org/drawingml/2006/main">
            <a:off x="685800" y="1885950"/>
            <a:ext cx="5848350" cy="421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Autofit/>
          </a:bodyPr>
          <a:lstStyle xmlns:a="http://schemas.openxmlformats.org/drawingml/2006/main"/>
          <a:p xmlns:a="http://schemas.openxmlformats.org/drawingml/2006/main">
            <a:pPr>
              <a:lnSpc>
                <a:spcPct val="105000"/>
              </a:lnSpc>
              <a:spcAft>
                <a:spcPts val="0"/>
              </a:spcAft>
              <a:buNone/>
              <a:defRPr sz="1200"/>
            </a:pPr>
            <a:r>
              <a:rPr sz="1200">
                <a:solidFill>
                  <a:srgbClr val="67869A"/>
                </a:solidFill>
                <a:latin typeface="Aptos Mono"/>
                <a:ea typeface="Aptos Mono"/>
                <a:cs typeface="Aptos Mono"/>
              </a:rPr>
              <a:t> 1  </a:t>
            </a:r>
            <a:r>
              <a:rPr sz="1200">
                <a:solidFill>
                  <a:srgbClr val="78C7FF"/>
                </a:solidFill>
                <a:latin typeface="Aptos Mono"/>
                <a:ea typeface="Aptos Mono"/>
                <a:cs typeface="Aptos Mono"/>
              </a:rPr>
              <a:t>await</a:t>
            </a:r>
            <a:r>
              <a:rPr sz="1200">
                <a:solidFill>
                  <a:srgbClr val="E7F1F5"/>
                </a:solidFill>
                <a:latin typeface="Aptos Mono"/>
                <a:ea typeface="Aptos Mono"/>
                <a:cs typeface="Aptos Mono"/>
              </a:rPr>
              <a:t> drone</a:t>
            </a:r>
            <a:r>
              <a:rPr sz="1200">
                <a:solidFill>
                  <a:srgbClr val="B4C9D8"/>
                </a:solidFill>
                <a:latin typeface="Aptos Mono"/>
                <a:ea typeface="Aptos Mono"/>
                <a:cs typeface="Aptos Mono"/>
              </a:rPr>
              <a:t>.</a:t>
            </a:r>
            <a:r>
              <a:rPr sz="1200">
                <a:solidFill>
                  <a:srgbClr val="55D6C2"/>
                </a:solidFill>
                <a:latin typeface="Aptos Mono"/>
                <a:ea typeface="Aptos Mono"/>
                <a:cs typeface="Aptos Mono"/>
              </a:rPr>
              <a:t>takeOff</a:t>
            </a:r>
            <a:r>
              <a:rPr sz="1200">
                <a:solidFill>
                  <a:srgbClr val="E7F1F5"/>
                </a:solidFill>
                <a:latin typeface="Aptos Mono"/>
                <a:ea typeface="Aptos Mono"/>
                <a:cs typeface="Aptos Mono"/>
              </a:rPr>
              <a:t>();</a:t>
            </a:r>
          </a:p>
          <a:p xmlns:a="http://schemas.openxmlformats.org/drawingml/2006/main">
            <a:pPr>
              <a:lnSpc>
                <a:spcPct val="105000"/>
              </a:lnSpc>
              <a:spcAft>
                <a:spcPts val="0"/>
              </a:spcAft>
              <a:buNone/>
              <a:defRPr sz="1200"/>
            </a:pPr>
            <a:r>
              <a:rPr sz="1200">
                <a:solidFill>
                  <a:srgbClr val="67869A"/>
                </a:solidFill>
                <a:latin typeface="Aptos Mono"/>
                <a:ea typeface="Aptos Mono"/>
                <a:cs typeface="Aptos Mono"/>
              </a:rPr>
              <a:t> 2  </a:t>
            </a:r>
            <a:r>
              <a:rPr sz="1200">
                <a:solidFill>
                  <a:srgbClr val="78C7FF"/>
                </a:solidFill>
                <a:latin typeface="Aptos Mono"/>
                <a:ea typeface="Aptos Mono"/>
                <a:cs typeface="Aptos Mono"/>
              </a:rPr>
              <a:t>try</a:t>
            </a:r>
            <a:r>
              <a:rPr sz="1200">
                <a:solidFill>
                  <a:srgbClr val="E7F1F5"/>
                </a:solidFill>
                <a:latin typeface="Aptos Mono"/>
                <a:ea typeface="Aptos Mono"/>
                <a:cs typeface="Aptos Mono"/>
              </a:rPr>
              <a:t> {</a:t>
            </a:r>
          </a:p>
          <a:p xmlns:a="http://schemas.openxmlformats.org/drawingml/2006/main">
            <a:pPr>
              <a:lnSpc>
                <a:spcPct val="105000"/>
              </a:lnSpc>
              <a:spcAft>
                <a:spcPts val="0"/>
              </a:spcAft>
              <a:buNone/>
              <a:defRPr sz="1200"/>
            </a:pPr>
            <a:r>
              <a:rPr sz="1200">
                <a:solidFill>
                  <a:srgbClr val="67869A"/>
                </a:solidFill>
                <a:latin typeface="Aptos Mono"/>
                <a:ea typeface="Aptos Mono"/>
                <a:cs typeface="Aptos Mono"/>
              </a:rPr>
              <a:t> 3  </a:t>
            </a:r>
            <a:r>
              <a:rPr sz="1200">
                <a:solidFill>
                  <a:srgbClr val="E7F1F5"/>
                </a:solidFill>
                <a:latin typeface="Aptos Mono"/>
                <a:ea typeface="Aptos Mono"/>
                <a:cs typeface="Aptos Mono"/>
              </a:rPr>
              <a:t>  </a:t>
            </a:r>
            <a:r>
              <a:rPr sz="1200">
                <a:solidFill>
                  <a:srgbClr val="78C7FF"/>
                </a:solidFill>
                <a:latin typeface="Aptos Mono"/>
                <a:ea typeface="Aptos Mono"/>
                <a:cs typeface="Aptos Mono"/>
              </a:rPr>
              <a:t>const</a:t>
            </a:r>
            <a:r>
              <a:rPr sz="1200">
                <a:solidFill>
                  <a:srgbClr val="E7F1F5"/>
                </a:solidFill>
                <a:latin typeface="Aptos Mono"/>
                <a:ea typeface="Aptos Mono"/>
                <a:cs typeface="Aptos Mono"/>
              </a:rPr>
              <a:t> redFlag </a:t>
            </a:r>
            <a:r>
              <a:rPr sz="1200">
                <a:solidFill>
                  <a:srgbClr val="B4C9D8"/>
                </a:solidFill>
                <a:latin typeface="Aptos Mono"/>
                <a:ea typeface="Aptos Mono"/>
                <a:cs typeface="Aptos Mono"/>
              </a:rPr>
              <a:t>=</a:t>
            </a:r>
            <a:r>
              <a:rPr sz="1200">
                <a:solidFill>
                  <a:srgbClr val="E7F1F5"/>
                </a:solidFill>
                <a:latin typeface="Aptos Mono"/>
                <a:ea typeface="Aptos Mono"/>
                <a:cs typeface="Aptos Mono"/>
              </a:rPr>
              <a:t> </a:t>
            </a:r>
            <a:r>
              <a:rPr sz="1200">
                <a:solidFill>
                  <a:srgbClr val="78C7FF"/>
                </a:solidFill>
                <a:latin typeface="Aptos Mono"/>
                <a:ea typeface="Aptos Mono"/>
                <a:cs typeface="Aptos Mono"/>
              </a:rPr>
              <a:t>await</a:t>
            </a:r>
            <a:r>
              <a:rPr sz="1200">
                <a:solidFill>
                  <a:srgbClr val="E7F1F5"/>
                </a:solidFill>
                <a:latin typeface="Aptos Mono"/>
                <a:ea typeface="Aptos Mono"/>
                <a:cs typeface="Aptos Mono"/>
              </a:rPr>
              <a:t> vision</a:t>
            </a:r>
            <a:r>
              <a:rPr sz="1200">
                <a:solidFill>
                  <a:srgbClr val="B4C9D8"/>
                </a:solidFill>
                <a:latin typeface="Aptos Mono"/>
                <a:ea typeface="Aptos Mono"/>
                <a:cs typeface="Aptos Mono"/>
              </a:rPr>
              <a:t>.</a:t>
            </a:r>
            <a:r>
              <a:rPr sz="1200">
                <a:solidFill>
                  <a:srgbClr val="55D6C2"/>
                </a:solidFill>
                <a:latin typeface="Aptos Mono"/>
                <a:ea typeface="Aptos Mono"/>
                <a:cs typeface="Aptos Mono"/>
              </a:rPr>
              <a:t>seesCustomLabel</a:t>
            </a:r>
            <a:r>
              <a:rPr sz="1200">
                <a:solidFill>
                  <a:srgbClr val="E7F1F5"/>
                </a:solidFill>
                <a:latin typeface="Aptos Mono"/>
                <a:ea typeface="Aptos Mono"/>
                <a:cs typeface="Aptos Mono"/>
              </a:rPr>
              <a:t>(</a:t>
            </a:r>
          </a:p>
          <a:p xmlns:a="http://schemas.openxmlformats.org/drawingml/2006/main">
            <a:pPr>
              <a:lnSpc>
                <a:spcPct val="105000"/>
              </a:lnSpc>
              <a:spcAft>
                <a:spcPts val="0"/>
              </a:spcAft>
              <a:buNone/>
              <a:defRPr sz="1200"/>
            </a:pPr>
            <a:r>
              <a:rPr sz="1200">
                <a:solidFill>
                  <a:srgbClr val="67869A"/>
                </a:solidFill>
                <a:latin typeface="Aptos Mono"/>
                <a:ea typeface="Aptos Mono"/>
                <a:cs typeface="Aptos Mono"/>
              </a:rPr>
              <a:t> 4  </a:t>
            </a:r>
            <a:r>
              <a:rPr sz="1200">
                <a:solidFill>
                  <a:srgbClr val="E7F1F5"/>
                </a:solidFill>
                <a:latin typeface="Aptos Mono"/>
                <a:ea typeface="Aptos Mono"/>
                <a:cs typeface="Aptos Mono"/>
              </a:rPr>
              <a:t>    </a:t>
            </a:r>
            <a:r>
              <a:rPr sz="1200">
                <a:solidFill>
                  <a:srgbClr val="A8E6A1"/>
                </a:solidFill>
                <a:latin typeface="Aptos Mono"/>
                <a:ea typeface="Aptos Mono"/>
                <a:cs typeface="Aptos Mono"/>
              </a:rPr>
              <a:t>"red flag"</a:t>
            </a:r>
            <a:r>
              <a:rPr sz="1200">
                <a:solidFill>
                  <a:srgbClr val="E7F1F5"/>
                </a:solidFill>
                <a:latin typeface="Aptos Mono"/>
                <a:ea typeface="Aptos Mono"/>
                <a:cs typeface="Aptos Mono"/>
              </a:rPr>
              <a:t>,</a:t>
            </a:r>
          </a:p>
          <a:p xmlns:a="http://schemas.openxmlformats.org/drawingml/2006/main">
            <a:pPr>
              <a:lnSpc>
                <a:spcPct val="105000"/>
              </a:lnSpc>
              <a:spcAft>
                <a:spcPts val="0"/>
              </a:spcAft>
              <a:buNone/>
              <a:defRPr sz="1200"/>
            </a:pPr>
            <a:r>
              <a:rPr sz="1200">
                <a:solidFill>
                  <a:srgbClr val="67869A"/>
                </a:solidFill>
                <a:latin typeface="Aptos Mono"/>
                <a:ea typeface="Aptos Mono"/>
                <a:cs typeface="Aptos Mono"/>
              </a:rPr>
              <a:t> 5  </a:t>
            </a:r>
            <a:r>
              <a:rPr sz="1200">
                <a:solidFill>
                  <a:srgbClr val="E7F1F5"/>
                </a:solidFill>
                <a:latin typeface="Aptos Mono"/>
                <a:ea typeface="Aptos Mono"/>
                <a:cs typeface="Aptos Mono"/>
              </a:rPr>
              <a:t>    </a:t>
            </a:r>
            <a:r>
              <a:rPr sz="1200">
                <a:solidFill>
                  <a:srgbClr val="F5C66B"/>
                </a:solidFill>
                <a:latin typeface="Aptos Mono"/>
                <a:ea typeface="Aptos Mono"/>
                <a:cs typeface="Aptos Mono"/>
              </a:rPr>
              <a:t>0.80</a:t>
            </a:r>
            <a:r>
              <a:rPr sz="1200">
                <a:solidFill>
                  <a:srgbClr val="E7F1F5"/>
                </a:solidFill>
                <a:latin typeface="Aptos Mono"/>
                <a:ea typeface="Aptos Mono"/>
                <a:cs typeface="Aptos Mono"/>
              </a:rPr>
              <a:t>,</a:t>
            </a:r>
          </a:p>
          <a:p xmlns:a="http://schemas.openxmlformats.org/drawingml/2006/main">
            <a:pPr>
              <a:lnSpc>
                <a:spcPct val="105000"/>
              </a:lnSpc>
              <a:spcAft>
                <a:spcPts val="0"/>
              </a:spcAft>
              <a:buNone/>
              <a:defRPr sz="1200"/>
            </a:pPr>
            <a:r>
              <a:rPr sz="1200">
                <a:solidFill>
                  <a:srgbClr val="67869A"/>
                </a:solidFill>
                <a:latin typeface="Aptos Mono"/>
                <a:ea typeface="Aptos Mono"/>
                <a:cs typeface="Aptos Mono"/>
              </a:rPr>
              <a:t> 6  </a:t>
            </a:r>
            <a:r>
              <a:rPr sz="1200">
                <a:solidFill>
                  <a:srgbClr val="E7F1F5"/>
                </a:solidFill>
                <a:latin typeface="Aptos Mono"/>
                <a:ea typeface="Aptos Mono"/>
                <a:cs typeface="Aptos Mono"/>
              </a:rPr>
              <a:t>  );</a:t>
            </a:r>
          </a:p>
          <a:p xmlns:a="http://schemas.openxmlformats.org/drawingml/2006/main">
            <a:pPr>
              <a:lnSpc>
                <a:spcPct val="105000"/>
              </a:lnSpc>
              <a:spcAft>
                <a:spcPts val="0"/>
              </a:spcAft>
              <a:buNone/>
              <a:defRPr sz="1200"/>
            </a:pPr>
            <a:r>
              <a:rPr sz="1200">
                <a:solidFill>
                  <a:srgbClr val="67869A"/>
                </a:solidFill>
                <a:latin typeface="Aptos Mono"/>
                <a:ea typeface="Aptos Mono"/>
                <a:cs typeface="Aptos Mono"/>
              </a:rPr>
              <a:t> 7  </a:t>
            </a:r>
          </a:p>
          <a:p xmlns:a="http://schemas.openxmlformats.org/drawingml/2006/main">
            <a:pPr>
              <a:lnSpc>
                <a:spcPct val="105000"/>
              </a:lnSpc>
              <a:spcAft>
                <a:spcPts val="0"/>
              </a:spcAft>
              <a:buNone/>
              <a:defRPr sz="1200"/>
            </a:pPr>
            <a:r>
              <a:rPr sz="1200">
                <a:solidFill>
                  <a:srgbClr val="67869A"/>
                </a:solidFill>
                <a:latin typeface="Aptos Mono"/>
                <a:ea typeface="Aptos Mono"/>
                <a:cs typeface="Aptos Mono"/>
              </a:rPr>
              <a:t> 8  </a:t>
            </a:r>
            <a:r>
              <a:rPr sz="1200">
                <a:solidFill>
                  <a:srgbClr val="E7F1F5"/>
                </a:solidFill>
                <a:latin typeface="Aptos Mono"/>
                <a:ea typeface="Aptos Mono"/>
                <a:cs typeface="Aptos Mono"/>
              </a:rPr>
              <a:t>  </a:t>
            </a:r>
            <a:r>
              <a:rPr sz="1200">
                <a:solidFill>
                  <a:srgbClr val="78C7FF"/>
                </a:solidFill>
                <a:latin typeface="Aptos Mono"/>
                <a:ea typeface="Aptos Mono"/>
                <a:cs typeface="Aptos Mono"/>
              </a:rPr>
              <a:t>if</a:t>
            </a:r>
            <a:r>
              <a:rPr sz="1200">
                <a:solidFill>
                  <a:srgbClr val="E7F1F5"/>
                </a:solidFill>
                <a:latin typeface="Aptos Mono"/>
                <a:ea typeface="Aptos Mono"/>
                <a:cs typeface="Aptos Mono"/>
              </a:rPr>
              <a:t> (redFlag) {</a:t>
            </a:r>
          </a:p>
          <a:p xmlns:a="http://schemas.openxmlformats.org/drawingml/2006/main">
            <a:pPr>
              <a:lnSpc>
                <a:spcPct val="105000"/>
              </a:lnSpc>
              <a:spcAft>
                <a:spcPts val="0"/>
              </a:spcAft>
              <a:buNone/>
              <a:defRPr sz="1200"/>
            </a:pPr>
            <a:r>
              <a:rPr sz="1200">
                <a:solidFill>
                  <a:srgbClr val="67869A"/>
                </a:solidFill>
                <a:latin typeface="Aptos Mono"/>
                <a:ea typeface="Aptos Mono"/>
                <a:cs typeface="Aptos Mono"/>
              </a:rPr>
              <a:t> 9  </a:t>
            </a:r>
            <a:r>
              <a:rPr sz="1200">
                <a:solidFill>
                  <a:srgbClr val="E7F1F5"/>
                </a:solidFill>
                <a:latin typeface="Aptos Mono"/>
                <a:ea typeface="Aptos Mono"/>
                <a:cs typeface="Aptos Mono"/>
              </a:rPr>
              <a:t>    </a:t>
            </a:r>
            <a:r>
              <a:rPr sz="1200">
                <a:solidFill>
                  <a:srgbClr val="78C7FF"/>
                </a:solidFill>
                <a:latin typeface="Aptos Mono"/>
                <a:ea typeface="Aptos Mono"/>
                <a:cs typeface="Aptos Mono"/>
              </a:rPr>
              <a:t>await</a:t>
            </a:r>
            <a:r>
              <a:rPr sz="1200">
                <a:solidFill>
                  <a:srgbClr val="E7F1F5"/>
                </a:solidFill>
                <a:latin typeface="Aptos Mono"/>
                <a:ea typeface="Aptos Mono"/>
                <a:cs typeface="Aptos Mono"/>
              </a:rPr>
              <a:t> drone</a:t>
            </a:r>
            <a:r>
              <a:rPr sz="1200">
                <a:solidFill>
                  <a:srgbClr val="B4C9D8"/>
                </a:solidFill>
                <a:latin typeface="Aptos Mono"/>
                <a:ea typeface="Aptos Mono"/>
                <a:cs typeface="Aptos Mono"/>
              </a:rPr>
              <a:t>.</a:t>
            </a:r>
            <a:r>
              <a:rPr sz="1200">
                <a:solidFill>
                  <a:srgbClr val="55D6C2"/>
                </a:solidFill>
                <a:latin typeface="Aptos Mono"/>
                <a:ea typeface="Aptos Mono"/>
                <a:cs typeface="Aptos Mono"/>
              </a:rPr>
              <a:t>fly</a:t>
            </a:r>
            <a:r>
              <a:rPr sz="1200">
                <a:solidFill>
                  <a:srgbClr val="E7F1F5"/>
                </a:solidFill>
                <a:latin typeface="Aptos Mono"/>
                <a:ea typeface="Aptos Mono"/>
                <a:cs typeface="Aptos Mono"/>
              </a:rPr>
              <a:t>(</a:t>
            </a:r>
            <a:r>
              <a:rPr sz="1200">
                <a:solidFill>
                  <a:srgbClr val="A8E6A1"/>
                </a:solidFill>
                <a:latin typeface="Aptos Mono"/>
                <a:ea typeface="Aptos Mono"/>
                <a:cs typeface="Aptos Mono"/>
              </a:rPr>
              <a:t>"forward"</a:t>
            </a:r>
            <a:r>
              <a:rPr sz="1200">
                <a:solidFill>
                  <a:srgbClr val="E7F1F5"/>
                </a:solidFill>
                <a:latin typeface="Aptos Mono"/>
                <a:ea typeface="Aptos Mono"/>
                <a:cs typeface="Aptos Mono"/>
              </a:rPr>
              <a:t>, </a:t>
            </a:r>
            <a:r>
              <a:rPr sz="1200">
                <a:solidFill>
                  <a:srgbClr val="F5C66B"/>
                </a:solidFill>
                <a:latin typeface="Aptos Mono"/>
                <a:ea typeface="Aptos Mono"/>
                <a:cs typeface="Aptos Mono"/>
              </a:rPr>
              <a:t>1</a:t>
            </a:r>
            <a:r>
              <a:rPr sz="1200">
                <a:solidFill>
                  <a:srgbClr val="E7F1F5"/>
                </a:solidFill>
                <a:latin typeface="Aptos Mono"/>
                <a:ea typeface="Aptos Mono"/>
                <a:cs typeface="Aptos Mono"/>
              </a:rPr>
              <a:t>, </a:t>
            </a:r>
            <a:r>
              <a:rPr sz="1200">
                <a:solidFill>
                  <a:srgbClr val="F5C66B"/>
                </a:solidFill>
                <a:latin typeface="Aptos Mono"/>
                <a:ea typeface="Aptos Mono"/>
                <a:cs typeface="Aptos Mono"/>
              </a:rPr>
              <a:t>12</a:t>
            </a:r>
            <a:r>
              <a:rPr sz="1200">
                <a:solidFill>
                  <a:srgbClr val="E7F1F5"/>
                </a:solidFill>
                <a:latin typeface="Aptos Mono"/>
                <a:ea typeface="Aptos Mono"/>
                <a:cs typeface="Aptos Mono"/>
              </a:rPr>
              <a:t>);</a:t>
            </a:r>
          </a:p>
          <a:p xmlns:a="http://schemas.openxmlformats.org/drawingml/2006/main">
            <a:pPr>
              <a:lnSpc>
                <a:spcPct val="105000"/>
              </a:lnSpc>
              <a:spcAft>
                <a:spcPts val="0"/>
              </a:spcAft>
              <a:buNone/>
              <a:defRPr sz="1200"/>
            </a:pPr>
            <a:r>
              <a:rPr sz="1200">
                <a:solidFill>
                  <a:srgbClr val="67869A"/>
                </a:solidFill>
                <a:latin typeface="Aptos Mono"/>
                <a:ea typeface="Aptos Mono"/>
                <a:cs typeface="Aptos Mono"/>
              </a:rPr>
              <a:t>10  </a:t>
            </a:r>
            <a:r>
              <a:rPr sz="1200">
                <a:solidFill>
                  <a:srgbClr val="E7F1F5"/>
                </a:solidFill>
                <a:latin typeface="Aptos Mono"/>
                <a:ea typeface="Aptos Mono"/>
                <a:cs typeface="Aptos Mono"/>
              </a:rPr>
              <a:t>  }</a:t>
            </a:r>
          </a:p>
          <a:p xmlns:a="http://schemas.openxmlformats.org/drawingml/2006/main">
            <a:pPr>
              <a:lnSpc>
                <a:spcPct val="105000"/>
              </a:lnSpc>
              <a:spcAft>
                <a:spcPts val="0"/>
              </a:spcAft>
              <a:buNone/>
              <a:defRPr sz="1200"/>
            </a:pPr>
            <a:r>
              <a:rPr sz="1200">
                <a:solidFill>
                  <a:srgbClr val="67869A"/>
                </a:solidFill>
                <a:latin typeface="Aptos Mono"/>
                <a:ea typeface="Aptos Mono"/>
                <a:cs typeface="Aptos Mono"/>
              </a:rPr>
              <a:t>11  </a:t>
            </a:r>
            <a:r>
              <a:rPr sz="1200">
                <a:solidFill>
                  <a:srgbClr val="E7F1F5"/>
                </a:solidFill>
                <a:latin typeface="Aptos Mono"/>
                <a:ea typeface="Aptos Mono"/>
                <a:cs typeface="Aptos Mono"/>
              </a:rPr>
              <a:t>} </a:t>
            </a:r>
            <a:r>
              <a:rPr sz="1200">
                <a:solidFill>
                  <a:srgbClr val="78C7FF"/>
                </a:solidFill>
                <a:latin typeface="Aptos Mono"/>
                <a:ea typeface="Aptos Mono"/>
                <a:cs typeface="Aptos Mono"/>
              </a:rPr>
              <a:t>finally</a:t>
            </a:r>
            <a:r>
              <a:rPr sz="1200">
                <a:solidFill>
                  <a:srgbClr val="E7F1F5"/>
                </a:solidFill>
                <a:latin typeface="Aptos Mono"/>
                <a:ea typeface="Aptos Mono"/>
                <a:cs typeface="Aptos Mono"/>
              </a:rPr>
              <a:t> {</a:t>
            </a:r>
          </a:p>
          <a:p xmlns:a="http://schemas.openxmlformats.org/drawingml/2006/main">
            <a:pPr>
              <a:lnSpc>
                <a:spcPct val="105000"/>
              </a:lnSpc>
              <a:spcAft>
                <a:spcPts val="0"/>
              </a:spcAft>
              <a:buNone/>
              <a:defRPr sz="1200"/>
            </a:pPr>
            <a:r>
              <a:rPr sz="1200">
                <a:solidFill>
                  <a:srgbClr val="67869A"/>
                </a:solidFill>
                <a:latin typeface="Aptos Mono"/>
                <a:ea typeface="Aptos Mono"/>
                <a:cs typeface="Aptos Mono"/>
              </a:rPr>
              <a:t>12  </a:t>
            </a:r>
            <a:r>
              <a:rPr sz="1200">
                <a:solidFill>
                  <a:srgbClr val="E7F1F5"/>
                </a:solidFill>
                <a:latin typeface="Aptos Mono"/>
                <a:ea typeface="Aptos Mono"/>
                <a:cs typeface="Aptos Mono"/>
              </a:rPr>
              <a:t>  </a:t>
            </a:r>
            <a:r>
              <a:rPr sz="1200">
                <a:solidFill>
                  <a:srgbClr val="78C7FF"/>
                </a:solidFill>
                <a:latin typeface="Aptos Mono"/>
                <a:ea typeface="Aptos Mono"/>
                <a:cs typeface="Aptos Mono"/>
              </a:rPr>
              <a:t>await</a:t>
            </a:r>
            <a:r>
              <a:rPr sz="1200">
                <a:solidFill>
                  <a:srgbClr val="E7F1F5"/>
                </a:solidFill>
                <a:latin typeface="Aptos Mono"/>
                <a:ea typeface="Aptos Mono"/>
                <a:cs typeface="Aptos Mono"/>
              </a:rPr>
              <a:t> drone</a:t>
            </a:r>
            <a:r>
              <a:rPr sz="1200">
                <a:solidFill>
                  <a:srgbClr val="B4C9D8"/>
                </a:solidFill>
                <a:latin typeface="Aptos Mono"/>
                <a:ea typeface="Aptos Mono"/>
                <a:cs typeface="Aptos Mono"/>
              </a:rPr>
              <a:t>.</a:t>
            </a:r>
            <a:r>
              <a:rPr sz="1200">
                <a:solidFill>
                  <a:srgbClr val="55D6C2"/>
                </a:solidFill>
                <a:latin typeface="Aptos Mono"/>
                <a:ea typeface="Aptos Mono"/>
                <a:cs typeface="Aptos Mono"/>
              </a:rPr>
              <a:t>land</a:t>
            </a:r>
            <a:r>
              <a:rPr sz="1200">
                <a:solidFill>
                  <a:srgbClr val="E7F1F5"/>
                </a:solidFill>
                <a:latin typeface="Aptos Mono"/>
                <a:ea typeface="Aptos Mono"/>
                <a:cs typeface="Aptos Mono"/>
              </a:rPr>
              <a:t>();</a:t>
            </a:r>
          </a:p>
          <a:p xmlns:a="http://schemas.openxmlformats.org/drawingml/2006/main">
            <a:pPr>
              <a:lnSpc>
                <a:spcPct val="105000"/>
              </a:lnSpc>
              <a:spcAft>
                <a:spcPts val="0"/>
              </a:spcAft>
              <a:buNone/>
              <a:defRPr sz="1200"/>
            </a:pPr>
            <a:r>
              <a:rPr sz="1200">
                <a:solidFill>
                  <a:srgbClr val="67869A"/>
                </a:solidFill>
                <a:latin typeface="Aptos Mono"/>
                <a:ea typeface="Aptos Mono"/>
                <a:cs typeface="Aptos Mono"/>
              </a:rPr>
              <a:t>13  </a:t>
            </a:r>
            <a:r>
              <a:rPr sz="1200">
                <a:solidFill>
                  <a:srgbClr val="E7F1F5"/>
                </a:solidFill>
                <a:latin typeface="Aptos Mono"/>
                <a:ea typeface="Aptos Mono"/>
                <a:cs typeface="Aptos Mono"/>
              </a:rPr>
              <a:t>}</a:t>
            </a:r>
          </a:p>
        </p:txBody>
      </p:sp>
      <p:sp>
        <p:nvSpPr>
          <p:cNvPr id="17" name="">
            <a:extLst xmlns:a="http://schemas.openxmlformats.org/drawingml/2006/main">
              <a:ext uri="{FF2B5EF4-FFF2-40B4-BE49-F238E27FC236}">
                <a16:creationId xmlns:a16="http://schemas.microsoft.com/office/drawing/2014/main" id="{E7936842-4CA2-4CDB-9FC4-E34FB06B8175}"/>
              </a:ext>
            </a:extLst>
          </p:cNvPr>
          <p:cNvSpPr>
            <a:spLocks xmlns:a="http://schemas.openxmlformats.org/drawingml/2006/main" noGrp="1"/>
          </p:cNvSpPr>
          <p:nvPr/>
        </p:nvSpPr>
        <p:spPr>
          <a:xfrm xmlns:a="http://schemas.openxmlformats.org/drawingml/2006/main">
            <a:off x="7048500" y="1409700"/>
            <a:ext cx="4533900" cy="257175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14288">
            <a:solidFill>
              <a:srgbClr val="C3D2D9"/>
            </a:solidFill>
            <a:prstDash val="solid"/>
          </a:ln>
        </p:spPr>
      </p:sp>
      <p:sp>
        <p:nvSpPr>
          <p:cNvPr id="18" name="">
            <a:extLst xmlns:a="http://schemas.openxmlformats.org/drawingml/2006/main">
              <a:ext uri="{FF2B5EF4-FFF2-40B4-BE49-F238E27FC236}">
                <a16:creationId xmlns:a16="http://schemas.microsoft.com/office/drawing/2014/main" id="{CB188475-217E-4928-A0E0-50B65DFC2499}"/>
              </a:ext>
            </a:extLst>
          </p:cNvPr>
          <p:cNvSpPr>
            <a:spLocks xmlns:a="http://schemas.openxmlformats.org/drawingml/2006/main" noGrp="1"/>
          </p:cNvSpPr>
          <p:nvPr/>
        </p:nvSpPr>
        <p:spPr>
          <a:xfrm xmlns:a="http://schemas.openxmlformats.org/drawingml/2006/main">
            <a:off x="7048500" y="1409700"/>
            <a:ext cx="66675" cy="2571750"/>
          </a:xfrm>
          <a:prstGeom xmlns:a="http://schemas.openxmlformats.org/drawingml/2006/main" prst="rect">
            <a:avLst/>
          </a:prstGeom>
          <a:solidFill xmlns:a="http://schemas.openxmlformats.org/drawingml/2006/main">
            <a:srgbClr val="008C95"/>
          </a:solidFill>
          <a:ln xmlns:a="http://schemas.openxmlformats.org/drawingml/2006/main" w="0">
            <a:solidFill>
              <a:srgbClr val="008C95"/>
            </a:solidFill>
            <a:prstDash val="solid"/>
          </a:ln>
        </p:spPr>
      </p:sp>
      <p:sp>
        <p:nvSpPr>
          <p:cNvPr id="19" name="">
            <a:extLst xmlns:a="http://schemas.openxmlformats.org/drawingml/2006/main">
              <a:ext uri="{FF2B5EF4-FFF2-40B4-BE49-F238E27FC236}">
                <a16:creationId xmlns:a16="http://schemas.microsoft.com/office/drawing/2014/main" id="{3C3CED66-916B-435C-9BC9-B2EA6813782D}"/>
              </a:ext>
            </a:extLst>
          </p:cNvPr>
          <p:cNvSpPr>
            <a:spLocks xmlns:a="http://schemas.openxmlformats.org/drawingml/2006/main" noGrp="1"/>
          </p:cNvSpPr>
          <p:nvPr/>
        </p:nvSpPr>
        <p:spPr>
          <a:xfrm xmlns:a="http://schemas.openxmlformats.org/drawingml/2006/main">
            <a:off x="7258050" y="1543050"/>
            <a:ext cx="411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8C95"/>
                </a:solidFill>
              </a:defRPr>
            </a:pPr>
            <a:r>
              <a:rPr sz="975" b="1">
                <a:solidFill>
                  <a:srgbClr val="008C95"/>
                </a:solidFill>
              </a:rPr>
              <a:t>CUSTOM CLASSIFIER</a:t>
            </a:r>
          </a:p>
        </p:txBody>
      </p:sp>
      <p:sp>
        <p:nvSpPr>
          <p:cNvPr id="20" name="">
            <a:extLst xmlns:a="http://schemas.openxmlformats.org/drawingml/2006/main">
              <a:ext uri="{FF2B5EF4-FFF2-40B4-BE49-F238E27FC236}">
                <a16:creationId xmlns:a16="http://schemas.microsoft.com/office/drawing/2014/main" id="{60F627C4-01BB-4E2F-B11C-C04E6814DAA4}"/>
              </a:ext>
            </a:extLst>
          </p:cNvPr>
          <p:cNvSpPr>
            <a:spLocks xmlns:a="http://schemas.openxmlformats.org/drawingml/2006/main" noGrp="1"/>
          </p:cNvSpPr>
          <p:nvPr/>
        </p:nvSpPr>
        <p:spPr>
          <a:xfrm xmlns:a="http://schemas.openxmlformats.org/drawingml/2006/main">
            <a:off x="7258050" y="1809750"/>
            <a:ext cx="4114800" cy="323850"/>
          </a:xfrm>
          <a:prstGeom xmlns:a="http://schemas.openxmlformats.org/drawingml/2006/main" prst="rect">
            <a:avLst/>
          </a:prstGeom>
          <a:solidFill xmlns:a="http://schemas.openxmlformats.org/drawingml/2006/main">
            <a:srgbClr val="001B3A"/>
          </a:solidFill>
          <a:ln xmlns:a="http://schemas.openxmlformats.org/drawingml/2006/main" w="0">
            <a:solidFill>
              <a:srgbClr val="001B3A"/>
            </a:solidFill>
            <a:prstDash val="solid"/>
          </a:ln>
        </p:spPr>
        <p:txBody>
          <a:bodyPr xmlns:a="http://schemas.openxmlformats.org/drawingml/2006/main" lIns="76200" tIns="57150" rIns="76200" bIns="38100">
            <a:noAutofit/>
          </a:bodyPr>
          <a:lstStyle xmlns:a="http://schemas.openxmlformats.org/drawingml/2006/main"/>
          <a:p xmlns:a="http://schemas.openxmlformats.org/drawingml/2006/main">
            <a:pPr>
              <a:spcAft>
                <a:spcPts val="0"/>
              </a:spcAft>
              <a:defRPr sz="1050"/>
            </a:pPr>
            <a:r>
              <a:rPr sz="1050">
                <a:solidFill>
                  <a:srgbClr val="78C7FF"/>
                </a:solidFill>
                <a:latin typeface="Aptos Mono"/>
                <a:ea typeface="Aptos Mono"/>
                <a:cs typeface="Aptos Mono"/>
              </a:rPr>
              <a:t>await</a:t>
            </a:r>
            <a:r>
              <a:rPr sz="1050">
                <a:solidFill>
                  <a:srgbClr val="E7F1F5"/>
                </a:solidFill>
                <a:latin typeface="Aptos Mono"/>
                <a:ea typeface="Aptos Mono"/>
                <a:cs typeface="Aptos Mono"/>
              </a:rPr>
              <a:t> vision</a:t>
            </a:r>
            <a:r>
              <a:rPr sz="1050">
                <a:solidFill>
                  <a:srgbClr val="B4C9D8"/>
                </a:solidFill>
                <a:latin typeface="Aptos Mono"/>
                <a:ea typeface="Aptos Mono"/>
                <a:cs typeface="Aptos Mono"/>
              </a:rPr>
              <a:t>.</a:t>
            </a:r>
            <a:r>
              <a:rPr sz="1050">
                <a:solidFill>
                  <a:srgbClr val="55D6C2"/>
                </a:solidFill>
                <a:latin typeface="Aptos Mono"/>
                <a:ea typeface="Aptos Mono"/>
                <a:cs typeface="Aptos Mono"/>
              </a:rPr>
              <a:t>seesCustomLabel</a:t>
            </a:r>
            <a:r>
              <a:rPr sz="1050">
                <a:solidFill>
                  <a:srgbClr val="E7F1F5"/>
                </a:solidFill>
                <a:latin typeface="Aptos Mono"/>
                <a:ea typeface="Aptos Mono"/>
                <a:cs typeface="Aptos Mono"/>
              </a:rPr>
              <a:t>(label, minimumConfidence)</a:t>
            </a:r>
          </a:p>
        </p:txBody>
      </p:sp>
      <p:sp>
        <p:nvSpPr>
          <p:cNvPr id="21" name="">
            <a:extLst xmlns:a="http://schemas.openxmlformats.org/drawingml/2006/main">
              <a:ext uri="{FF2B5EF4-FFF2-40B4-BE49-F238E27FC236}">
                <a16:creationId xmlns:a16="http://schemas.microsoft.com/office/drawing/2014/main" id="{A34C2007-4570-4E7A-8366-949870032C3E}"/>
              </a:ext>
            </a:extLst>
          </p:cNvPr>
          <p:cNvSpPr>
            <a:spLocks xmlns:a="http://schemas.openxmlformats.org/drawingml/2006/main" noGrp="1"/>
          </p:cNvSpPr>
          <p:nvPr/>
        </p:nvSpPr>
        <p:spPr>
          <a:xfrm xmlns:a="http://schemas.openxmlformats.org/drawingml/2006/main">
            <a:off x="7277100" y="2266950"/>
            <a:ext cx="407670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0D2843"/>
                </a:solidFill>
              </a:defRPr>
            </a:pPr>
            <a:r>
              <a:rPr sz="1125">
                <a:solidFill>
                  <a:srgbClr val="0D2843"/>
                </a:solidFill>
              </a:rPr>
              <a:t>label — string; must match an exported class name</a:t>
            </a:r>
          </a:p>
          <a:p xmlns:a="http://schemas.openxmlformats.org/drawingml/2006/main">
            <a:pPr>
              <a:defRPr sz="1125">
                <a:solidFill>
                  <a:srgbClr val="0D2843"/>
                </a:solidFill>
              </a:defRPr>
            </a:pPr>
            <a:r>
              <a:rPr sz="1125">
                <a:solidFill>
                  <a:srgbClr val="0D2843"/>
                </a:solidFill>
              </a:rPr>
              <a:t>minimumConfidence — 0…1 score; default 0.75</a:t>
            </a:r>
          </a:p>
          <a:p xmlns:a="http://schemas.openxmlformats.org/drawingml/2006/main">
            <a:pPr>
              <a:defRPr sz="1125">
                <a:solidFill>
                  <a:srgbClr val="0D2843"/>
                </a:solidFill>
              </a:defRPr>
            </a:pPr>
            <a:r>
              <a:rPr sz="1125">
                <a:solidFill>
                  <a:srgbClr val="0D2843"/>
                </a:solidFill>
              </a:rPr>
              <a:t>returns — Promise&lt;boolean&gt; after a fresh whole-frame prediction</a:t>
            </a:r>
          </a:p>
          <a:p xmlns:a="http://schemas.openxmlformats.org/drawingml/2006/main">
            <a:pPr>
              <a:defRPr sz="1125">
                <a:solidFill>
                  <a:srgbClr val="0D2843"/>
                </a:solidFill>
              </a:defRPr>
            </a:pPr>
            <a:r>
              <a:rPr sz="1125">
                <a:solidFill>
                  <a:srgbClr val="0D2843"/>
                </a:solidFill>
              </a:rPr>
              <a:t>throws — if the 3 model files are not loaded or pixels are blocked</a:t>
            </a:r>
          </a:p>
          <a:p xmlns:a="http://schemas.openxmlformats.org/drawingml/2006/main">
            <a:pPr>
              <a:defRPr sz="1125">
                <a:solidFill>
                  <a:srgbClr val="0D2843"/>
                </a:solidFill>
              </a:defRPr>
            </a:pPr>
            <a:r>
              <a:rPr sz="1125">
                <a:solidFill>
                  <a:srgbClr val="0D2843"/>
                </a:solidFill>
              </a:rPr>
              <a:t>scope — one class decision; no box or x/y coordinate</a:t>
            </a:r>
          </a:p>
        </p:txBody>
      </p:sp>
      <p:sp>
        <p:nvSpPr>
          <p:cNvPr id="22" name="">
            <a:extLst xmlns:a="http://schemas.openxmlformats.org/drawingml/2006/main">
              <a:ext uri="{FF2B5EF4-FFF2-40B4-BE49-F238E27FC236}">
                <a16:creationId xmlns:a16="http://schemas.microsoft.com/office/drawing/2014/main" id="{3919EDB6-F298-4D81-8130-5511E109C39F}"/>
              </a:ext>
            </a:extLst>
          </p:cNvPr>
          <p:cNvSpPr>
            <a:spLocks xmlns:a="http://schemas.openxmlformats.org/drawingml/2006/main" noGrp="1"/>
          </p:cNvSpPr>
          <p:nvPr/>
        </p:nvSpPr>
        <p:spPr>
          <a:xfrm xmlns:a="http://schemas.openxmlformats.org/drawingml/2006/main">
            <a:off x="7048500" y="4210050"/>
            <a:ext cx="4533900" cy="201930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14288">
            <a:solidFill>
              <a:srgbClr val="C3D2D9"/>
            </a:solidFill>
            <a:prstDash val="solid"/>
          </a:ln>
        </p:spPr>
      </p:sp>
      <p:sp>
        <p:nvSpPr>
          <p:cNvPr id="23" name="">
            <a:extLst xmlns:a="http://schemas.openxmlformats.org/drawingml/2006/main">
              <a:ext uri="{FF2B5EF4-FFF2-40B4-BE49-F238E27FC236}">
                <a16:creationId xmlns:a16="http://schemas.microsoft.com/office/drawing/2014/main" id="{803D3B17-DC6A-4BC2-B0C5-B6E5CD7FA1A4}"/>
              </a:ext>
            </a:extLst>
          </p:cNvPr>
          <p:cNvSpPr>
            <a:spLocks xmlns:a="http://schemas.openxmlformats.org/drawingml/2006/main" noGrp="1"/>
          </p:cNvSpPr>
          <p:nvPr/>
        </p:nvSpPr>
        <p:spPr>
          <a:xfrm xmlns:a="http://schemas.openxmlformats.org/drawingml/2006/main">
            <a:off x="7048500" y="4210050"/>
            <a:ext cx="66675" cy="2019300"/>
          </a:xfrm>
          <a:prstGeom xmlns:a="http://schemas.openxmlformats.org/drawingml/2006/main" prst="rect">
            <a:avLst/>
          </a:prstGeom>
          <a:solidFill xmlns:a="http://schemas.openxmlformats.org/drawingml/2006/main">
            <a:srgbClr val="C9A227"/>
          </a:solidFill>
          <a:ln xmlns:a="http://schemas.openxmlformats.org/drawingml/2006/main" w="0">
            <a:solidFill>
              <a:srgbClr val="C9A227"/>
            </a:solidFill>
            <a:prstDash val="solid"/>
          </a:ln>
        </p:spPr>
      </p:sp>
      <p:sp>
        <p:nvSpPr>
          <p:cNvPr id="24" name="">
            <a:extLst xmlns:a="http://schemas.openxmlformats.org/drawingml/2006/main">
              <a:ext uri="{FF2B5EF4-FFF2-40B4-BE49-F238E27FC236}">
                <a16:creationId xmlns:a16="http://schemas.microsoft.com/office/drawing/2014/main" id="{DD243715-E3A9-4C72-BF8B-5994476263F5}"/>
              </a:ext>
            </a:extLst>
          </p:cNvPr>
          <p:cNvSpPr>
            <a:spLocks xmlns:a="http://schemas.openxmlformats.org/drawingml/2006/main" noGrp="1"/>
          </p:cNvSpPr>
          <p:nvPr/>
        </p:nvSpPr>
        <p:spPr>
          <a:xfrm xmlns:a="http://schemas.openxmlformats.org/drawingml/2006/main">
            <a:off x="7258050" y="4343400"/>
            <a:ext cx="4114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75" b="1">
                <a:solidFill>
                  <a:srgbClr val="001B3A"/>
                </a:solidFill>
              </a:defRPr>
            </a:pPr>
            <a:r>
              <a:rPr sz="975" b="1">
                <a:solidFill>
                  <a:srgbClr val="001B3A"/>
                </a:solidFill>
              </a:rPr>
              <a:t>FLIGHT COMMAND USED ABOVE</a:t>
            </a:r>
          </a:p>
        </p:txBody>
      </p:sp>
      <p:sp>
        <p:nvSpPr>
          <p:cNvPr id="25" name="">
            <a:extLst xmlns:a="http://schemas.openxmlformats.org/drawingml/2006/main">
              <a:ext uri="{FF2B5EF4-FFF2-40B4-BE49-F238E27FC236}">
                <a16:creationId xmlns:a16="http://schemas.microsoft.com/office/drawing/2014/main" id="{E12459FC-0740-44B7-B037-AB35AAC28B8F}"/>
              </a:ext>
            </a:extLst>
          </p:cNvPr>
          <p:cNvSpPr>
            <a:spLocks xmlns:a="http://schemas.openxmlformats.org/drawingml/2006/main" noGrp="1"/>
          </p:cNvSpPr>
          <p:nvPr/>
        </p:nvSpPr>
        <p:spPr>
          <a:xfrm xmlns:a="http://schemas.openxmlformats.org/drawingml/2006/main">
            <a:off x="7258050" y="4610100"/>
            <a:ext cx="4114800" cy="323850"/>
          </a:xfrm>
          <a:prstGeom xmlns:a="http://schemas.openxmlformats.org/drawingml/2006/main" prst="rect">
            <a:avLst/>
          </a:prstGeom>
          <a:solidFill xmlns:a="http://schemas.openxmlformats.org/drawingml/2006/main">
            <a:srgbClr val="001B3A"/>
          </a:solidFill>
          <a:ln xmlns:a="http://schemas.openxmlformats.org/drawingml/2006/main" w="0">
            <a:solidFill>
              <a:srgbClr val="001B3A"/>
            </a:solidFill>
            <a:prstDash val="solid"/>
          </a:ln>
        </p:spPr>
        <p:txBody>
          <a:bodyPr xmlns:a="http://schemas.openxmlformats.org/drawingml/2006/main" lIns="76200" tIns="57150" rIns="76200" bIns="38100">
            <a:noAutofit/>
          </a:bodyPr>
          <a:lstStyle xmlns:a="http://schemas.openxmlformats.org/drawingml/2006/main"/>
          <a:p xmlns:a="http://schemas.openxmlformats.org/drawingml/2006/main">
            <a:pPr>
              <a:spcAft>
                <a:spcPts val="0"/>
              </a:spcAft>
              <a:defRPr sz="1050"/>
            </a:pPr>
            <a:r>
              <a:rPr sz="1050">
                <a:solidFill>
                  <a:srgbClr val="78C7FF"/>
                </a:solidFill>
                <a:latin typeface="Aptos Mono"/>
                <a:ea typeface="Aptos Mono"/>
                <a:cs typeface="Aptos Mono"/>
              </a:rPr>
              <a:t>await</a:t>
            </a:r>
            <a:r>
              <a:rPr sz="1050">
                <a:solidFill>
                  <a:srgbClr val="E7F1F5"/>
                </a:solidFill>
                <a:latin typeface="Aptos Mono"/>
                <a:ea typeface="Aptos Mono"/>
                <a:cs typeface="Aptos Mono"/>
              </a:rPr>
              <a:t> drone</a:t>
            </a:r>
            <a:r>
              <a:rPr sz="1050">
                <a:solidFill>
                  <a:srgbClr val="B4C9D8"/>
                </a:solidFill>
                <a:latin typeface="Aptos Mono"/>
                <a:ea typeface="Aptos Mono"/>
                <a:cs typeface="Aptos Mono"/>
              </a:rPr>
              <a:t>.</a:t>
            </a:r>
            <a:r>
              <a:rPr sz="1050">
                <a:solidFill>
                  <a:srgbClr val="55D6C2"/>
                </a:solidFill>
                <a:latin typeface="Aptos Mono"/>
                <a:ea typeface="Aptos Mono"/>
                <a:cs typeface="Aptos Mono"/>
              </a:rPr>
              <a:t>fly</a:t>
            </a:r>
            <a:r>
              <a:rPr sz="1050">
                <a:solidFill>
                  <a:srgbClr val="E7F1F5"/>
                </a:solidFill>
                <a:latin typeface="Aptos Mono"/>
                <a:ea typeface="Aptos Mono"/>
                <a:cs typeface="Aptos Mono"/>
              </a:rPr>
              <a:t>(direction, seconds, power)</a:t>
            </a:r>
          </a:p>
        </p:txBody>
      </p:sp>
      <p:sp>
        <p:nvSpPr>
          <p:cNvPr id="26" name="">
            <a:extLst xmlns:a="http://schemas.openxmlformats.org/drawingml/2006/main">
              <a:ext uri="{FF2B5EF4-FFF2-40B4-BE49-F238E27FC236}">
                <a16:creationId xmlns:a16="http://schemas.microsoft.com/office/drawing/2014/main" id="{44C02526-4F70-4F56-88AC-5909495B6C5A}"/>
              </a:ext>
            </a:extLst>
          </p:cNvPr>
          <p:cNvSpPr>
            <a:spLocks xmlns:a="http://schemas.openxmlformats.org/drawingml/2006/main" noGrp="1"/>
          </p:cNvSpPr>
          <p:nvPr/>
        </p:nvSpPr>
        <p:spPr>
          <a:xfrm xmlns:a="http://schemas.openxmlformats.org/drawingml/2006/main">
            <a:off x="7277100" y="5067300"/>
            <a:ext cx="40767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125">
                <a:solidFill>
                  <a:srgbClr val="0D2843"/>
                </a:solidFill>
              </a:defRPr>
            </a:pPr>
            <a:r>
              <a:rPr sz="1125">
                <a:solidFill>
                  <a:srgbClr val="0D2843"/>
                </a:solidFill>
              </a:rPr>
              <a:t>direction — required direction string; example forward</a:t>
            </a:r>
          </a:p>
          <a:p xmlns:a="http://schemas.openxmlformats.org/drawingml/2006/main">
            <a:pPr>
              <a:defRPr sz="1125">
                <a:solidFill>
                  <a:srgbClr val="0D2843"/>
                </a:solidFill>
              </a:defRPr>
            </a:pPr>
            <a:r>
              <a:rPr sz="1125">
                <a:solidFill>
                  <a:srgbClr val="0D2843"/>
                </a:solidFill>
              </a:rPr>
              <a:t>seconds — duration ≥ 0; example 1 second</a:t>
            </a:r>
          </a:p>
          <a:p xmlns:a="http://schemas.openxmlformats.org/drawingml/2006/main">
            <a:pPr>
              <a:defRPr sz="1125">
                <a:solidFill>
                  <a:srgbClr val="0D2843"/>
                </a:solidFill>
              </a:defRPr>
            </a:pPr>
            <a:r>
              <a:rPr sz="1125">
                <a:solidFill>
                  <a:srgbClr val="0D2843"/>
                </a:solidFill>
              </a:rPr>
              <a:t>power — signed percentage clamped to −100…100; example 12</a:t>
            </a:r>
          </a:p>
          <a:p xmlns:a="http://schemas.openxmlformats.org/drawingml/2006/main">
            <a:pPr>
              <a:defRPr sz="1125">
                <a:solidFill>
                  <a:srgbClr val="0D2843"/>
                </a:solidFill>
              </a:defRPr>
            </a:pPr>
            <a:r>
              <a:rPr sz="1125">
                <a:solidFill>
                  <a:srgbClr val="0D2843"/>
                </a:solidFill>
              </a:rPr>
              <a:t>returns — Promise&lt;void&gt;; await before landing or another command</a:t>
            </a:r>
          </a:p>
        </p:txBody>
      </p:sp>
    </p:spTree>
    <p:extLst>
      <p:ext uri="{BB962C8B-B14F-4D97-AF65-F5344CB8AC3E}">
        <p14:creationId xmlns:p14="http://schemas.microsoft.com/office/powerpoint/2010/main" val="89161217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9da75f80ea54c53"/>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D5F1295-1AD6-4FFE-A7BE-ADF580878C92}"/>
              </a:ext>
            </a:extLst>
          </p:cNvPr>
          <p:cNvSpPr>
            <a:spLocks xmlns:a="http://schemas.openxmlformats.org/drawingml/2006/main" noGrp="1"/>
          </p:cNvSpPr>
          <p:nvPr/>
        </p:nvSpPr>
        <p:spPr>
          <a:xfrm xmlns:a="http://schemas.openxmlformats.org/drawingml/2006/main">
            <a:off x="323850" y="257175"/>
            <a:ext cx="2667000" cy="247650"/>
          </a:xfrm>
          <a:prstGeom xmlns:a="http://schemas.openxmlformats.org/drawingml/2006/main" prst="rect">
            <a:avLst/>
          </a:prstGeom>
          <a:solidFill xmlns:a="http://schemas.openxmlformats.org/drawingml/2006/main">
            <a:srgbClr val="EEF3F5"/>
          </a:solidFill>
          <a:ln xmlns:a="http://schemas.openxmlformats.org/drawingml/2006/main" w="0">
            <a:solidFill>
              <a:srgbClr val="EEF3F5"/>
            </a:solidFill>
            <a:prstDash val="solid"/>
          </a:ln>
        </p:spPr>
      </p:sp>
      <p:sp>
        <p:nvSpPr>
          <p:cNvPr id="3" name="">
            <a:extLst xmlns:a="http://schemas.openxmlformats.org/drawingml/2006/main">
              <a:ext uri="{FF2B5EF4-FFF2-40B4-BE49-F238E27FC236}">
                <a16:creationId xmlns:a16="http://schemas.microsoft.com/office/drawing/2014/main" id="{9446BE8E-EFF1-4B56-BD89-B0AF411CEF07}"/>
              </a:ext>
            </a:extLst>
          </p:cNvPr>
          <p:cNvSpPr>
            <a:spLocks xmlns:a="http://schemas.openxmlformats.org/drawingml/2006/main" noGrp="1"/>
          </p:cNvSpPr>
          <p:nvPr/>
        </p:nvSpPr>
        <p:spPr>
          <a:xfrm xmlns:a="http://schemas.openxmlformats.org/drawingml/2006/main">
            <a:off x="381000" y="323850"/>
            <a:ext cx="2476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008C95"/>
                </a:solidFill>
              </a:defRPr>
            </a:pPr>
            <a:r>
              <a:rPr sz="750" b="1">
                <a:solidFill>
                  <a:srgbClr val="008C95"/>
                </a:solidFill>
              </a:rPr>
              <a:t>TEACHABLE MACHINE / 09</a:t>
            </a:r>
          </a:p>
        </p:txBody>
      </p:sp>
      <p:sp>
        <p:nvSpPr>
          <p:cNvPr id="4" name="">
            <a:extLst xmlns:a="http://schemas.openxmlformats.org/drawingml/2006/main">
              <a:ext uri="{FF2B5EF4-FFF2-40B4-BE49-F238E27FC236}">
                <a16:creationId xmlns:a16="http://schemas.microsoft.com/office/drawing/2014/main" id="{8337F6B9-C134-47F6-9152-ACB98ED9F8C8}"/>
              </a:ext>
            </a:extLst>
          </p:cNvPr>
          <p:cNvSpPr>
            <a:spLocks xmlns:a="http://schemas.openxmlformats.org/drawingml/2006/main" noGrp="1"/>
          </p:cNvSpPr>
          <p:nvPr/>
        </p:nvSpPr>
        <p:spPr>
          <a:xfrm xmlns:a="http://schemas.openxmlformats.org/drawingml/2006/main">
            <a:off x="10820400" y="6496050"/>
            <a:ext cx="914400" cy="238125"/>
          </a:xfrm>
          <a:prstGeom xmlns:a="http://schemas.openxmlformats.org/drawingml/2006/main" prst="rect">
            <a:avLst/>
          </a:prstGeom>
          <a:solidFill xmlns:a="http://schemas.openxmlformats.org/drawingml/2006/main">
            <a:srgbClr val="EEF3F5"/>
          </a:solidFill>
          <a:ln xmlns:a="http://schemas.openxmlformats.org/drawingml/2006/main" w="0">
            <a:solidFill>
              <a:srgbClr val="EEF3F5"/>
            </a:solidFill>
            <a:prstDash val="solid"/>
          </a:ln>
        </p:spPr>
      </p:sp>
      <p:sp>
        <p:nvSpPr>
          <p:cNvPr id="5" name="">
            <a:extLst xmlns:a="http://schemas.openxmlformats.org/drawingml/2006/main">
              <a:ext uri="{FF2B5EF4-FFF2-40B4-BE49-F238E27FC236}">
                <a16:creationId xmlns:a16="http://schemas.microsoft.com/office/drawing/2014/main" id="{BD7903CB-AAD8-46F9-AFE7-3A246AAD5C8D}"/>
              </a:ext>
            </a:extLst>
          </p:cNvPr>
          <p:cNvSpPr>
            <a:spLocks xmlns:a="http://schemas.openxmlformats.org/drawingml/2006/main" noGrp="1"/>
          </p:cNvSpPr>
          <p:nvPr/>
        </p:nvSpPr>
        <p:spPr>
          <a:xfrm xmlns:a="http://schemas.openxmlformats.org/drawingml/2006/main">
            <a:off x="10934700" y="6572250"/>
            <a:ext cx="66675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a:solidFill>
                  <a:srgbClr val="536A7B"/>
                </a:solidFill>
              </a:defRPr>
            </a:pPr>
            <a:r>
              <a:rPr sz="675">
                <a:solidFill>
                  <a:srgbClr val="536A7B"/>
                </a:solidFill>
              </a:rPr>
              <a:t>9 / 10</a:t>
            </a:r>
          </a:p>
        </p:txBody>
      </p:sp>
    </p:spTree>
    <p:extLst>
      <p:ext uri="{BB962C8B-B14F-4D97-AF65-F5344CB8AC3E}">
        <p14:creationId xmlns:p14="http://schemas.microsoft.com/office/powerpoint/2010/main" val="1770155264"/>
      </p:ext>
    </p:extLst>
  </p:cSld>
</p:sld>
</file>

<file path=ppt/slides/slide10.xml><?xml version="1.0" encoding="utf-8"?>
<p:sld xmlns:p="http://schemas.openxmlformats.org/presentationml/2006/main">
  <p:cSld>
    <p:bg>
      <p:bgPr>
        <a:solidFill xmlns:a="http://schemas.openxmlformats.org/drawingml/2006/main">
          <a:srgbClr val="EEF3F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1546494-1955-451D-B7D6-C8C8943A91F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001B3A"/>
          </a:solidFill>
          <a:ln xmlns:a="http://schemas.openxmlformats.org/drawingml/2006/main" w="0">
            <a:solidFill>
              <a:srgbClr val="001B3A"/>
            </a:solidFill>
            <a:prstDash val="solid"/>
          </a:ln>
        </p:spPr>
      </p:sp>
      <p:sp>
        <p:nvSpPr>
          <p:cNvPr id="2" name="">
            <a:extLst xmlns:a="http://schemas.openxmlformats.org/drawingml/2006/main">
              <a:ext uri="{FF2B5EF4-FFF2-40B4-BE49-F238E27FC236}">
                <a16:creationId xmlns:a16="http://schemas.microsoft.com/office/drawing/2014/main" id="{78D5FAC9-FA30-4FD3-A42B-6DBF4AB1649D}"/>
              </a:ext>
            </a:extLst>
          </p:cNvPr>
          <p:cNvSpPr>
            <a:spLocks xmlns:a="http://schemas.openxmlformats.org/drawingml/2006/main" noGrp="1"/>
          </p:cNvSpPr>
          <p:nvPr/>
        </p:nvSpPr>
        <p:spPr>
          <a:xfrm xmlns:a="http://schemas.openxmlformats.org/drawingml/2006/main">
            <a:off x="0" y="95250"/>
            <a:ext cx="12192000" cy="47625"/>
          </a:xfrm>
          <a:prstGeom xmlns:a="http://schemas.openxmlformats.org/drawingml/2006/main" prst="rect">
            <a:avLst/>
          </a:prstGeom>
          <a:solidFill xmlns:a="http://schemas.openxmlformats.org/drawingml/2006/main">
            <a:srgbClr val="008C95"/>
          </a:solidFill>
          <a:ln xmlns:a="http://schemas.openxmlformats.org/drawingml/2006/main" w="0">
            <a:solidFill>
              <a:srgbClr val="008C95"/>
            </a:solidFill>
            <a:prstDash val="solid"/>
          </a:ln>
        </p:spPr>
      </p:sp>
      <p:sp>
        <p:nvSpPr>
          <p:cNvPr id="3" name="">
            <a:extLst xmlns:a="http://schemas.openxmlformats.org/drawingml/2006/main">
              <a:ext uri="{FF2B5EF4-FFF2-40B4-BE49-F238E27FC236}">
                <a16:creationId xmlns:a16="http://schemas.microsoft.com/office/drawing/2014/main" id="{D271D29A-2A7D-4B2F-A059-43DBDA677B39}"/>
              </a:ext>
            </a:extLst>
          </p:cNvPr>
          <p:cNvSpPr>
            <a:spLocks xmlns:a="http://schemas.openxmlformats.org/drawingml/2006/main" noGrp="1"/>
          </p:cNvSpPr>
          <p:nvPr/>
        </p:nvSpPr>
        <p:spPr>
          <a:xfrm xmlns:a="http://schemas.openxmlformats.org/drawingml/2006/main">
            <a:off x="514350" y="295275"/>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900" b="1">
                <a:solidFill>
                  <a:srgbClr val="008C95"/>
                </a:solidFill>
              </a:defRPr>
            </a:pPr>
            <a:r>
              <a:rPr sz="900" b="1">
                <a:solidFill>
                  <a:srgbClr val="008C95"/>
                </a:solidFill>
              </a:rPr>
              <a:t>TEACHABLE MACHINE / 10</a:t>
            </a:r>
          </a:p>
        </p:txBody>
      </p:sp>
      <p:sp>
        <p:nvSpPr>
          <p:cNvPr id="4" name="">
            <a:extLst xmlns:a="http://schemas.openxmlformats.org/drawingml/2006/main">
              <a:ext uri="{FF2B5EF4-FFF2-40B4-BE49-F238E27FC236}">
                <a16:creationId xmlns:a16="http://schemas.microsoft.com/office/drawing/2014/main" id="{AFBC5EA9-1316-4505-8806-E7C6006C9BDE}"/>
              </a:ext>
            </a:extLst>
          </p:cNvPr>
          <p:cNvSpPr>
            <a:spLocks xmlns:a="http://schemas.openxmlformats.org/drawingml/2006/main" noGrp="1"/>
          </p:cNvSpPr>
          <p:nvPr/>
        </p:nvSpPr>
        <p:spPr>
          <a:xfrm xmlns:a="http://schemas.openxmlformats.org/drawingml/2006/main">
            <a:off x="514350" y="542925"/>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750" b="1">
                <a:solidFill>
                  <a:srgbClr val="C9A227"/>
                </a:solidFill>
              </a:defRPr>
            </a:pPr>
            <a:r>
              <a:rPr sz="750" b="1">
                <a:solidFill>
                  <a:srgbClr val="C9A227"/>
                </a:solidFill>
              </a:rPr>
              <a:t>ACCEPTANCE TEST</a:t>
            </a:r>
          </a:p>
        </p:txBody>
      </p:sp>
      <p:sp>
        <p:nvSpPr>
          <p:cNvPr id="5" name="">
            <a:extLst xmlns:a="http://schemas.openxmlformats.org/drawingml/2006/main">
              <a:ext uri="{FF2B5EF4-FFF2-40B4-BE49-F238E27FC236}">
                <a16:creationId xmlns:a16="http://schemas.microsoft.com/office/drawing/2014/main" id="{464A0332-3D4B-4618-ABD1-9C9D52A8F824}"/>
              </a:ext>
            </a:extLst>
          </p:cNvPr>
          <p:cNvSpPr>
            <a:spLocks xmlns:a="http://schemas.openxmlformats.org/drawingml/2006/main" noGrp="1"/>
          </p:cNvSpPr>
          <p:nvPr/>
        </p:nvSpPr>
        <p:spPr>
          <a:xfrm xmlns:a="http://schemas.openxmlformats.org/drawingml/2006/main">
            <a:off x="514350" y="762000"/>
            <a:ext cx="10048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2700" b="1">
                <a:solidFill>
                  <a:srgbClr val="001B3A"/>
                </a:solidFill>
              </a:defRPr>
            </a:pPr>
            <a:r>
              <a:rPr sz="2700" b="1">
                <a:solidFill>
                  <a:srgbClr val="001B3A"/>
                </a:solidFill>
              </a:rPr>
              <a:t>A custom model is only ready after an honest field test</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ff5de7c26c54917"/>
          <a:stretch xmlns:a="http://schemas.openxmlformats.org/drawingml/2006/main"/>
        </p:blipFill>
        <p:spPr>
          <a:xfrm xmlns:a="http://schemas.openxmlformats.org/drawingml/2006/main">
            <a:off x="11258550" y="399746"/>
            <a:ext cx="457200" cy="22920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22D9108-4094-443A-9492-DDB09CF7AFDE}"/>
              </a:ext>
            </a:extLst>
          </p:cNvPr>
          <p:cNvSpPr>
            <a:spLocks xmlns:a="http://schemas.openxmlformats.org/drawingml/2006/main" noGrp="1"/>
          </p:cNvSpPr>
          <p:nvPr/>
        </p:nvSpPr>
        <p:spPr>
          <a:xfrm xmlns:a="http://schemas.openxmlformats.org/drawingml/2006/main">
            <a:off x="514350" y="6505575"/>
            <a:ext cx="11163300" cy="9525"/>
          </a:xfrm>
          <a:prstGeom xmlns:a="http://schemas.openxmlformats.org/drawingml/2006/main" prst="rect">
            <a:avLst/>
          </a:prstGeom>
          <a:solidFill xmlns:a="http://schemas.openxmlformats.org/drawingml/2006/main">
            <a:srgbClr val="B8C7CF"/>
          </a:solidFill>
          <a:ln xmlns:a="http://schemas.openxmlformats.org/drawingml/2006/main" w="0">
            <a:solidFill>
              <a:srgbClr val="B8C7CF"/>
            </a:solidFill>
            <a:prstDash val="solid"/>
          </a:ln>
        </p:spPr>
      </p:sp>
      <p:sp>
        <p:nvSpPr>
          <p:cNvPr id="8" name="">
            <a:extLst xmlns:a="http://schemas.openxmlformats.org/drawingml/2006/main">
              <a:ext uri="{FF2B5EF4-FFF2-40B4-BE49-F238E27FC236}">
                <a16:creationId xmlns:a16="http://schemas.microsoft.com/office/drawing/2014/main" id="{2C873246-E018-4C53-BA3A-0EC0D9EA955D}"/>
              </a:ext>
            </a:extLst>
          </p:cNvPr>
          <p:cNvSpPr>
            <a:spLocks xmlns:a="http://schemas.openxmlformats.org/drawingml/2006/main" noGrp="1"/>
          </p:cNvSpPr>
          <p:nvPr/>
        </p:nvSpPr>
        <p:spPr>
          <a:xfrm xmlns:a="http://schemas.openxmlformats.org/drawingml/2006/main">
            <a:off x="514350" y="6572250"/>
            <a:ext cx="42862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675">
                <a:solidFill>
                  <a:srgbClr val="536A7B"/>
                </a:solidFill>
              </a:defRPr>
            </a:pPr>
            <a:r>
              <a:rPr sz="675">
                <a:solidFill>
                  <a:srgbClr val="536A7B"/>
                </a:solidFill>
              </a:rPr>
              <a:t>WRC | HOPPER STUDIO | INFORMATION SERIES</a:t>
            </a:r>
          </a:p>
        </p:txBody>
      </p:sp>
      <p:sp>
        <p:nvSpPr>
          <p:cNvPr id="9" name="">
            <a:extLst xmlns:a="http://schemas.openxmlformats.org/drawingml/2006/main">
              <a:ext uri="{FF2B5EF4-FFF2-40B4-BE49-F238E27FC236}">
                <a16:creationId xmlns:a16="http://schemas.microsoft.com/office/drawing/2014/main" id="{686C5FF9-5E63-467C-B328-ED396D6A368F}"/>
              </a:ext>
            </a:extLst>
          </p:cNvPr>
          <p:cNvSpPr>
            <a:spLocks xmlns:a="http://schemas.openxmlformats.org/drawingml/2006/main" noGrp="1"/>
          </p:cNvSpPr>
          <p:nvPr/>
        </p:nvSpPr>
        <p:spPr>
          <a:xfrm xmlns:a="http://schemas.openxmlformats.org/drawingml/2006/main">
            <a:off x="10953750" y="6572250"/>
            <a:ext cx="7239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675">
                <a:solidFill>
                  <a:srgbClr val="536A7B"/>
                </a:solidFill>
              </a:defRPr>
            </a:pPr>
            <a:r>
              <a:rPr sz="675">
                <a:solidFill>
                  <a:srgbClr val="536A7B"/>
                </a:solidFill>
              </a:rPr>
              <a:t>10 / 10</a:t>
            </a:r>
          </a:p>
        </p:txBody>
      </p:sp>
      <p:sp>
        <p:nvSpPr>
          <p:cNvPr id="10" name="">
            <a:extLst xmlns:a="http://schemas.openxmlformats.org/drawingml/2006/main">
              <a:ext uri="{FF2B5EF4-FFF2-40B4-BE49-F238E27FC236}">
                <a16:creationId xmlns:a16="http://schemas.microsoft.com/office/drawing/2014/main" id="{682EF5DD-7419-479D-9833-56C9E592B5E3}"/>
              </a:ext>
            </a:extLst>
          </p:cNvPr>
          <p:cNvSpPr>
            <a:spLocks xmlns:a="http://schemas.openxmlformats.org/drawingml/2006/main" noGrp="1"/>
          </p:cNvSpPr>
          <p:nvPr/>
        </p:nvSpPr>
        <p:spPr>
          <a:xfrm xmlns:a="http://schemas.openxmlformats.org/drawingml/2006/main">
            <a:off x="609600" y="1619250"/>
            <a:ext cx="52197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14288">
            <a:solidFill>
              <a:srgbClr val="C6D4DB"/>
            </a:solidFill>
            <a:prstDash val="solid"/>
          </a:ln>
        </p:spPr>
      </p:sp>
      <p:sp>
        <p:nvSpPr>
          <p:cNvPr id="11" name="">
            <a:extLst xmlns:a="http://schemas.openxmlformats.org/drawingml/2006/main">
              <a:ext uri="{FF2B5EF4-FFF2-40B4-BE49-F238E27FC236}">
                <a16:creationId xmlns:a16="http://schemas.microsoft.com/office/drawing/2014/main" id="{56B7A1E8-EABE-48CE-A329-2CC6171B3696}"/>
              </a:ext>
            </a:extLst>
          </p:cNvPr>
          <p:cNvSpPr>
            <a:spLocks xmlns:a="http://schemas.openxmlformats.org/drawingml/2006/main" noGrp="1"/>
          </p:cNvSpPr>
          <p:nvPr/>
        </p:nvSpPr>
        <p:spPr>
          <a:xfrm xmlns:a="http://schemas.openxmlformats.org/drawingml/2006/main">
            <a:off x="609600" y="1619250"/>
            <a:ext cx="66675" cy="2952750"/>
          </a:xfrm>
          <a:prstGeom xmlns:a="http://schemas.openxmlformats.org/drawingml/2006/main" prst="rect">
            <a:avLst/>
          </a:prstGeom>
          <a:solidFill xmlns:a="http://schemas.openxmlformats.org/drawingml/2006/main">
            <a:srgbClr val="008C95"/>
          </a:solidFill>
          <a:ln xmlns:a="http://schemas.openxmlformats.org/drawingml/2006/main" w="0">
            <a:solidFill>
              <a:srgbClr val="008C95"/>
            </a:solidFill>
            <a:prstDash val="solid"/>
          </a:ln>
        </p:spPr>
      </p:sp>
      <p:sp>
        <p:nvSpPr>
          <p:cNvPr id="12" name="">
            <a:extLst xmlns:a="http://schemas.openxmlformats.org/drawingml/2006/main">
              <a:ext uri="{FF2B5EF4-FFF2-40B4-BE49-F238E27FC236}">
                <a16:creationId xmlns:a16="http://schemas.microsoft.com/office/drawing/2014/main" id="{BE0BAE2C-10B9-4984-9034-6E923EC3C604}"/>
              </a:ext>
            </a:extLst>
          </p:cNvPr>
          <p:cNvSpPr>
            <a:spLocks xmlns:a="http://schemas.openxmlformats.org/drawingml/2006/main" noGrp="1"/>
          </p:cNvSpPr>
          <p:nvPr/>
        </p:nvSpPr>
        <p:spPr>
          <a:xfrm xmlns:a="http://schemas.openxmlformats.org/drawingml/2006/main">
            <a:off x="838200" y="180975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1B3A"/>
                </a:solidFill>
              </a:defRPr>
            </a:pPr>
            <a:r>
              <a:rPr sz="1500" b="1">
                <a:solidFill>
                  <a:srgbClr val="001B3A"/>
                </a:solidFill>
              </a:rPr>
              <a:t>PASS CRITERIA</a:t>
            </a:r>
          </a:p>
        </p:txBody>
      </p:sp>
      <p:sp>
        <p:nvSpPr>
          <p:cNvPr id="13" name="">
            <a:extLst xmlns:a="http://schemas.openxmlformats.org/drawingml/2006/main">
              <a:ext uri="{FF2B5EF4-FFF2-40B4-BE49-F238E27FC236}">
                <a16:creationId xmlns:a16="http://schemas.microsoft.com/office/drawing/2014/main" id="{F617B46B-0A9B-47D5-8405-B90E8600FC04}"/>
              </a:ext>
            </a:extLst>
          </p:cNvPr>
          <p:cNvSpPr>
            <a:spLocks xmlns:a="http://schemas.openxmlformats.org/drawingml/2006/main" noGrp="1"/>
          </p:cNvSpPr>
          <p:nvPr/>
        </p:nvSpPr>
        <p:spPr>
          <a:xfrm xmlns:a="http://schemas.openxmlformats.org/drawingml/2006/main">
            <a:off x="838200" y="2200275"/>
            <a:ext cx="48006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0D2843"/>
                </a:solidFill>
              </a:defRPr>
            </a:pPr>
            <a:r>
              <a:rPr sz="1275">
                <a:solidFill>
                  <a:srgbClr val="0D2843"/>
                </a:solidFill>
              </a:rPr>
              <a:t>• Correct label across expected distance, angle, and light.</a:t>
            </a:r>
          </a:p>
          <a:p xmlns:a="http://schemas.openxmlformats.org/drawingml/2006/main">
            <a:pPr>
              <a:defRPr sz="1275">
                <a:solidFill>
                  <a:srgbClr val="0D2843"/>
                </a:solidFill>
              </a:defRPr>
            </a:pPr>
            <a:r>
              <a:rPr sz="1275">
                <a:solidFill>
                  <a:srgbClr val="0D2843"/>
                </a:solidFill>
              </a:rPr>
              <a:t>• Low false-trigger rate on the “other” class.</a:t>
            </a:r>
          </a:p>
          <a:p xmlns:a="http://schemas.openxmlformats.org/drawingml/2006/main">
            <a:pPr>
              <a:defRPr sz="1275">
                <a:solidFill>
                  <a:srgbClr val="0D2843"/>
                </a:solidFill>
              </a:defRPr>
            </a:pPr>
            <a:r>
              <a:rPr sz="1275">
                <a:solidFill>
                  <a:srgbClr val="0D2843"/>
                </a:solidFill>
              </a:rPr>
              <a:t>• Stable predictions during short motion blur and camera changes.</a:t>
            </a:r>
          </a:p>
          <a:p xmlns:a="http://schemas.openxmlformats.org/drawingml/2006/main">
            <a:pPr>
              <a:defRPr sz="1275">
                <a:solidFill>
                  <a:srgbClr val="0D2843"/>
                </a:solidFill>
              </a:defRPr>
            </a:pPr>
            <a:r>
              <a:rPr sz="1275">
                <a:solidFill>
                  <a:srgbClr val="0D2843"/>
                </a:solidFill>
              </a:rPr>
              <a:t>• Works on held-out examples that were never used in training.</a:t>
            </a:r>
          </a:p>
        </p:txBody>
      </p:sp>
      <p:sp>
        <p:nvSpPr>
          <p:cNvPr id="14" name="">
            <a:extLst xmlns:a="http://schemas.openxmlformats.org/drawingml/2006/main">
              <a:ext uri="{FF2B5EF4-FFF2-40B4-BE49-F238E27FC236}">
                <a16:creationId xmlns:a16="http://schemas.microsoft.com/office/drawing/2014/main" id="{BD2E4C77-DB07-4944-A317-AC5DC37E4C14}"/>
              </a:ext>
            </a:extLst>
          </p:cNvPr>
          <p:cNvSpPr>
            <a:spLocks xmlns:a="http://schemas.openxmlformats.org/drawingml/2006/main" noGrp="1"/>
          </p:cNvSpPr>
          <p:nvPr/>
        </p:nvSpPr>
        <p:spPr>
          <a:xfrm xmlns:a="http://schemas.openxmlformats.org/drawingml/2006/main">
            <a:off x="6362700" y="1619250"/>
            <a:ext cx="52197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14288">
            <a:solidFill>
              <a:srgbClr val="C6D4DB"/>
            </a:solidFill>
            <a:prstDash val="solid"/>
          </a:ln>
        </p:spPr>
      </p:sp>
      <p:sp>
        <p:nvSpPr>
          <p:cNvPr id="15" name="">
            <a:extLst xmlns:a="http://schemas.openxmlformats.org/drawingml/2006/main">
              <a:ext uri="{FF2B5EF4-FFF2-40B4-BE49-F238E27FC236}">
                <a16:creationId xmlns:a16="http://schemas.microsoft.com/office/drawing/2014/main" id="{D5DE4985-C980-47E2-9834-A90F75C987A6}"/>
              </a:ext>
            </a:extLst>
          </p:cNvPr>
          <p:cNvSpPr>
            <a:spLocks xmlns:a="http://schemas.openxmlformats.org/drawingml/2006/main" noGrp="1"/>
          </p:cNvSpPr>
          <p:nvPr/>
        </p:nvSpPr>
        <p:spPr>
          <a:xfrm xmlns:a="http://schemas.openxmlformats.org/drawingml/2006/main">
            <a:off x="6362700" y="1619250"/>
            <a:ext cx="66675" cy="2952750"/>
          </a:xfrm>
          <a:prstGeom xmlns:a="http://schemas.openxmlformats.org/drawingml/2006/main" prst="rect">
            <a:avLst/>
          </a:prstGeom>
          <a:solidFill xmlns:a="http://schemas.openxmlformats.org/drawingml/2006/main">
            <a:srgbClr val="D94F5C"/>
          </a:solidFill>
          <a:ln xmlns:a="http://schemas.openxmlformats.org/drawingml/2006/main" w="0">
            <a:solidFill>
              <a:srgbClr val="D94F5C"/>
            </a:solidFill>
            <a:prstDash val="solid"/>
          </a:ln>
        </p:spPr>
      </p:sp>
      <p:sp>
        <p:nvSpPr>
          <p:cNvPr id="16" name="">
            <a:extLst xmlns:a="http://schemas.openxmlformats.org/drawingml/2006/main">
              <a:ext uri="{FF2B5EF4-FFF2-40B4-BE49-F238E27FC236}">
                <a16:creationId xmlns:a16="http://schemas.microsoft.com/office/drawing/2014/main" id="{AB189483-9CDF-4636-938B-23D97356FA63}"/>
              </a:ext>
            </a:extLst>
          </p:cNvPr>
          <p:cNvSpPr>
            <a:spLocks xmlns:a="http://schemas.openxmlformats.org/drawingml/2006/main" noGrp="1"/>
          </p:cNvSpPr>
          <p:nvPr/>
        </p:nvSpPr>
        <p:spPr>
          <a:xfrm xmlns:a="http://schemas.openxmlformats.org/drawingml/2006/main">
            <a:off x="6591300" y="1809750"/>
            <a:ext cx="4800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500" b="1">
                <a:solidFill>
                  <a:srgbClr val="001B3A"/>
                </a:solidFill>
              </a:defRPr>
            </a:pPr>
            <a:r>
              <a:rPr sz="1500" b="1">
                <a:solidFill>
                  <a:srgbClr val="001B3A"/>
                </a:solidFill>
              </a:rPr>
              <a:t>IF IT FAILS</a:t>
            </a:r>
          </a:p>
        </p:txBody>
      </p:sp>
      <p:sp>
        <p:nvSpPr>
          <p:cNvPr id="17" name="">
            <a:extLst xmlns:a="http://schemas.openxmlformats.org/drawingml/2006/main">
              <a:ext uri="{FF2B5EF4-FFF2-40B4-BE49-F238E27FC236}">
                <a16:creationId xmlns:a16="http://schemas.microsoft.com/office/drawing/2014/main" id="{323814EE-2B5C-4D9D-92F4-0B1CC6E36CC3}"/>
              </a:ext>
            </a:extLst>
          </p:cNvPr>
          <p:cNvSpPr>
            <a:spLocks xmlns:a="http://schemas.openxmlformats.org/drawingml/2006/main" noGrp="1"/>
          </p:cNvSpPr>
          <p:nvPr/>
        </p:nvSpPr>
        <p:spPr>
          <a:xfrm xmlns:a="http://schemas.openxmlformats.org/drawingml/2006/main">
            <a:off x="6591300" y="2200275"/>
            <a:ext cx="48006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defRPr sz="1275">
                <a:solidFill>
                  <a:srgbClr val="0D2843"/>
                </a:solidFill>
              </a:defRPr>
            </a:pPr>
            <a:r>
              <a:rPr sz="1275">
                <a:solidFill>
                  <a:srgbClr val="0D2843"/>
                </a:solidFill>
              </a:rPr>
              <a:t>• Record the failure view.</a:t>
            </a:r>
          </a:p>
          <a:p xmlns:a="http://schemas.openxmlformats.org/drawingml/2006/main">
            <a:pPr>
              <a:defRPr sz="1275">
                <a:solidFill>
                  <a:srgbClr val="0D2843"/>
                </a:solidFill>
              </a:defRPr>
            </a:pPr>
            <a:r>
              <a:rPr sz="1275">
                <a:solidFill>
                  <a:srgbClr val="0D2843"/>
                </a:solidFill>
              </a:rPr>
              <a:t>• Label it correctly—often as other/background.</a:t>
            </a:r>
          </a:p>
          <a:p xmlns:a="http://schemas.openxmlformats.org/drawingml/2006/main">
            <a:pPr>
              <a:defRPr sz="1275">
                <a:solidFill>
                  <a:srgbClr val="0D2843"/>
                </a:solidFill>
              </a:defRPr>
            </a:pPr>
            <a:r>
              <a:rPr sz="1275">
                <a:solidFill>
                  <a:srgbClr val="0D2843"/>
                </a:solidFill>
              </a:rPr>
              <a:t>• Rebalance classes so one does not dominate.</a:t>
            </a:r>
          </a:p>
          <a:p xmlns:a="http://schemas.openxmlformats.org/drawingml/2006/main">
            <a:pPr>
              <a:defRPr sz="1275">
                <a:solidFill>
                  <a:srgbClr val="0D2843"/>
                </a:solidFill>
              </a:defRPr>
            </a:pPr>
            <a:r>
              <a:rPr sz="1275">
                <a:solidFill>
                  <a:srgbClr val="0D2843"/>
                </a:solidFill>
              </a:rPr>
              <a:t>• Retrain, export all three files, and repeat the same test.</a:t>
            </a:r>
          </a:p>
        </p:txBody>
      </p:sp>
      <p:sp>
        <p:nvSpPr>
          <p:cNvPr id="18" name="">
            <a:extLst xmlns:a="http://schemas.openxmlformats.org/drawingml/2006/main">
              <a:ext uri="{FF2B5EF4-FFF2-40B4-BE49-F238E27FC236}">
                <a16:creationId xmlns:a16="http://schemas.microsoft.com/office/drawing/2014/main" id="{F48CAFE0-C512-4104-A44A-E6F979675B5A}"/>
              </a:ext>
            </a:extLst>
          </p:cNvPr>
          <p:cNvSpPr>
            <a:spLocks xmlns:a="http://schemas.openxmlformats.org/drawingml/2006/main" noGrp="1"/>
          </p:cNvSpPr>
          <p:nvPr/>
        </p:nvSpPr>
        <p:spPr>
          <a:xfrm xmlns:a="http://schemas.openxmlformats.org/drawingml/2006/main">
            <a:off x="609600" y="4953000"/>
            <a:ext cx="10972800" cy="895350"/>
          </a:xfrm>
          <a:prstGeom xmlns:a="http://schemas.openxmlformats.org/drawingml/2006/main" prst="roundRect">
            <a:avLst>
              <a:gd name="adj" fmla="val 12766"/>
            </a:avLst>
          </a:prstGeom>
          <a:solidFill xmlns:a="http://schemas.openxmlformats.org/drawingml/2006/main">
            <a:srgbClr val="F5EFCF"/>
          </a:solidFill>
          <a:ln xmlns:a="http://schemas.openxmlformats.org/drawingml/2006/main" w="14288">
            <a:solidFill>
              <a:srgbClr val="C9A227"/>
            </a:solidFill>
            <a:prstDash val="solid"/>
          </a:ln>
        </p:spPr>
      </p:sp>
      <p:sp>
        <p:nvSpPr>
          <p:cNvPr id="19" name="">
            <a:extLst xmlns:a="http://schemas.openxmlformats.org/drawingml/2006/main">
              <a:ext uri="{FF2B5EF4-FFF2-40B4-BE49-F238E27FC236}">
                <a16:creationId xmlns:a16="http://schemas.microsoft.com/office/drawing/2014/main" id="{B5CF4D77-A4E0-4EB8-9F2D-2FC2EE41CD1A}"/>
              </a:ext>
            </a:extLst>
          </p:cNvPr>
          <p:cNvSpPr>
            <a:spLocks xmlns:a="http://schemas.openxmlformats.org/drawingml/2006/main" noGrp="1"/>
          </p:cNvSpPr>
          <p:nvPr/>
        </p:nvSpPr>
        <p:spPr>
          <a:xfrm xmlns:a="http://schemas.openxmlformats.org/drawingml/2006/main">
            <a:off x="895350" y="5219700"/>
            <a:ext cx="10401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1B3A"/>
                </a:solidFill>
              </a:defRPr>
            </a:pPr>
            <a:r>
              <a:rPr sz="1425" b="1">
                <a:solidFill>
                  <a:srgbClr val="001B3A"/>
                </a:solidFill>
              </a:rPr>
              <a:t>Custom labels are powerful because they match your mission. The cost is owning the data, the negative class, and the validation.</a:t>
            </a:r>
          </a:p>
        </p:txBody>
      </p:sp>
    </p:spTree>
    <p:extLst>
      <p:ext uri="{BB962C8B-B14F-4D97-AF65-F5344CB8AC3E}">
        <p14:creationId xmlns:p14="http://schemas.microsoft.com/office/powerpoint/2010/main" val="13453143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2026-07-26T15:44:23.0340000Z</dcterms:created>
  <dcterms:modified xsi:type="dcterms:W3CDTF">2026-07-26T15:44:23.0340000Z</dcterms:modified>
</coreProperties>
</file>